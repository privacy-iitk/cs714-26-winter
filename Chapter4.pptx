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9" r:id="rId4"/>
    <p:sldId id="273" r:id="rId5"/>
    <p:sldId id="258" r:id="rId6"/>
    <p:sldId id="268" r:id="rId7"/>
    <p:sldId id="263" r:id="rId8"/>
    <p:sldId id="260" r:id="rId9"/>
    <p:sldId id="274" r:id="rId10"/>
    <p:sldId id="264" r:id="rId11"/>
    <p:sldId id="265" r:id="rId12"/>
    <p:sldId id="269" r:id="rId13"/>
    <p:sldId id="275" r:id="rId14"/>
    <p:sldId id="276" r:id="rId15"/>
    <p:sldId id="270" r:id="rId16"/>
    <p:sldId id="271" r:id="rId17"/>
    <p:sldId id="272" r:id="rId18"/>
    <p:sldId id="278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51"/>
  </p:normalViewPr>
  <p:slideViewPr>
    <p:cSldViewPr snapToGrid="0">
      <p:cViewPr varScale="1">
        <p:scale>
          <a:sx n="95" d="100"/>
          <a:sy n="9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5ACC9-280D-9783-C3F0-BCAF6E0E6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70F77-2E05-2B7A-C4C2-AD237E33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D4BBD-834B-84F0-1AA8-9C3CE1E9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C99D1-F832-41E8-99D9-B7A9815D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6B146-9E47-A82F-5724-3F6CFE55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8A2F-BC4C-4D58-172A-AA621357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0534-968B-1010-B9EA-64E39CC9F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06FD-5349-7360-CC2C-906C7FF0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71502-FB03-7517-2705-D0F98ECA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B0476-67CE-C4B7-4AB3-105364B5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9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924F-06B6-D1C6-C49E-BFA89A55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D8BD9-13DD-0341-7AD4-3995F8F7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4E8D7-91F9-9119-0647-48040870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0FC6-A56E-D7E0-5618-5C0CC58F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49F7-5FCB-2990-BD20-3016783C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D351-18D9-0AF8-3856-0C3BFBD0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2302-8B27-E7E0-E258-E7B66F3DC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94A13-D29D-0787-5F61-F21A28831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18545-4035-A16A-4A2D-1D34436E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8971A-0D0C-DED7-005E-552C81E49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BF784-01A2-7179-5159-598DC80E9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0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6ECD-C1C5-34F7-38F9-25C451A1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4B318-D9BE-FD32-131B-4A97733B4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C2240-B277-0035-F07B-18F42EE87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C6074-8CEB-3F05-E186-C5D4D9375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E0258-D6D2-FF03-E547-14A841A1C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74B53-8D93-88AD-E492-097AABB3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0A3DB-63EC-C075-32EC-B2FEB80B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7837A-C0E8-4058-0FEE-2BAB9F59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2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F24A-1857-A4B7-E81A-E6D90FB9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32A7-8531-2F49-1E29-9E3A56E2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493F7-A662-68C3-8767-7F4F17D3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E5F83-AD63-6F68-28A2-0860FC07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5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13F1B-282B-3A92-BDF4-8086591E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2184A-2EE3-9BD4-60A4-48806AE3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2362-F824-DCF4-79F2-34C02A5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2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EE60-196F-B496-3A54-10A44B11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C640-3A00-8197-0BA0-02C78709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1760B-12F9-75C1-01B0-4D8CE5DCD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E6844-8EEF-B162-254E-0926B791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57593-9E78-1E0B-FCB9-5759F83C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D6EEE-7815-45B1-5BBD-E748AD0F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85C2-6381-BDE8-1C02-DED99E1E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8B6F1-E5D8-E17E-36E3-3035C71A5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BE799-D099-06E8-D22E-6DFA9827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6C680-D314-B1A8-9458-41A06145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A9D89-0F6D-D2CE-6618-2905D4BE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BDEBC-0145-E792-794A-9BE6A292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8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244D-954D-6F01-7ECF-AB8A070C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8C044-6E03-3BAF-1022-06A27BA9D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BFB49-A9F0-1A3E-9DDC-6F777150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35301-13FB-9E69-8D8F-5BA3EB3D1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25711-32FA-3C46-3E17-33CA08B8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CDFD0-B8E8-DD17-02F6-79801AEF8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977A5-B686-511C-D967-87416D52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EC8B0-16EB-3471-878B-8054A8DB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3D5F5-6C5E-E792-EB12-27DCF916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841AB-E4D2-5780-F928-E9D35466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2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0794F-BE6F-A9A5-1EDF-45953A62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61AB5-8DFF-64B4-819E-DD670D165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100F8-544F-86F4-25F0-26DD91CCC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D6B3D-DE2B-8044-B1FE-F67BFF0B7ECE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CA23-9D78-37C0-C934-5A88CC05F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E827-19B1-2523-F97C-6A1458763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2B987-4D72-8E4D-8467-C28C5DE89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9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3E5D-BC62-05E2-2C7A-5FC94D618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UC Security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5DC4F-054D-CDBF-5B6A-0035C6B2E0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CS714: Secure Computation</a:t>
            </a:r>
          </a:p>
        </p:txBody>
      </p:sp>
    </p:spTree>
    <p:extLst>
      <p:ext uri="{BB962C8B-B14F-4D97-AF65-F5344CB8AC3E}">
        <p14:creationId xmlns:p14="http://schemas.microsoft.com/office/powerpoint/2010/main" val="265172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3197-2CB4-A377-FE78-0A62444B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DA899-1665-F396-E94B-E1685371C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Thanks for your feedback! </a:t>
            </a:r>
          </a:p>
          <a:p>
            <a:endParaRPr lang="en-US" dirty="0"/>
          </a:p>
          <a:p>
            <a:r>
              <a:rPr lang="en-US" dirty="0"/>
              <a:t>Optional Recap Class on Saturday</a:t>
            </a:r>
          </a:p>
          <a:p>
            <a:pPr lvl="1"/>
            <a:r>
              <a:rPr lang="en-US" dirty="0"/>
              <a:t>No new material will be covered (this is purely optional)</a:t>
            </a:r>
          </a:p>
        </p:txBody>
      </p:sp>
    </p:spTree>
    <p:extLst>
      <p:ext uri="{BB962C8B-B14F-4D97-AF65-F5344CB8AC3E}">
        <p14:creationId xmlns:p14="http://schemas.microsoft.com/office/powerpoint/2010/main" val="173346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9E44B-06A2-0459-FFBA-796FABD1A381}"/>
              </a:ext>
            </a:extLst>
          </p:cNvPr>
          <p:cNvSpPr/>
          <p:nvPr/>
        </p:nvSpPr>
        <p:spPr>
          <a:xfrm>
            <a:off x="4770691" y="1189186"/>
            <a:ext cx="981623" cy="9143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6879F-F20F-2919-1DB6-67DED7CCBCD8}"/>
              </a:ext>
            </a:extLst>
          </p:cNvPr>
          <p:cNvSpPr/>
          <p:nvPr/>
        </p:nvSpPr>
        <p:spPr>
          <a:xfrm>
            <a:off x="3067397" y="1189186"/>
            <a:ext cx="981623" cy="9143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50D30-AF9A-F413-600B-14ADB24BDF6D}"/>
              </a:ext>
            </a:extLst>
          </p:cNvPr>
          <p:cNvSpPr/>
          <p:nvPr/>
        </p:nvSpPr>
        <p:spPr>
          <a:xfrm>
            <a:off x="6473985" y="1216080"/>
            <a:ext cx="981623" cy="9143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6B463-E456-9A5E-E139-0E054FE62C48}"/>
              </a:ext>
            </a:extLst>
          </p:cNvPr>
          <p:cNvSpPr/>
          <p:nvPr/>
        </p:nvSpPr>
        <p:spPr>
          <a:xfrm>
            <a:off x="4993339" y="5419164"/>
            <a:ext cx="1264024" cy="1183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C56F415C-260E-373D-C36F-91D35D34659A}"/>
              </a:ext>
            </a:extLst>
          </p:cNvPr>
          <p:cNvSpPr/>
          <p:nvPr/>
        </p:nvSpPr>
        <p:spPr>
          <a:xfrm rot="10800000">
            <a:off x="2888874" y="4428565"/>
            <a:ext cx="5472954" cy="632012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E4051F-2991-EF76-DB89-CD1006C0DF5C}"/>
              </a:ext>
            </a:extLst>
          </p:cNvPr>
          <p:cNvCxnSpPr/>
          <p:nvPr/>
        </p:nvCxnSpPr>
        <p:spPr>
          <a:xfrm>
            <a:off x="2030506" y="457201"/>
            <a:ext cx="0" cy="2501153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211C25-8F9D-0432-6778-844B40DE723E}"/>
              </a:ext>
            </a:extLst>
          </p:cNvPr>
          <p:cNvCxnSpPr/>
          <p:nvPr/>
        </p:nvCxnSpPr>
        <p:spPr>
          <a:xfrm>
            <a:off x="8812306" y="461684"/>
            <a:ext cx="0" cy="2501153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553CFB-B912-BE16-723C-3422CCFEED85}"/>
              </a:ext>
            </a:extLst>
          </p:cNvPr>
          <p:cNvCxnSpPr>
            <a:cxnSpLocks/>
          </p:cNvCxnSpPr>
          <p:nvPr/>
        </p:nvCxnSpPr>
        <p:spPr>
          <a:xfrm flipH="1">
            <a:off x="2185145" y="605121"/>
            <a:ext cx="6488208" cy="0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A8C30E-6A72-5956-0DCD-5DF8444C934E}"/>
              </a:ext>
            </a:extLst>
          </p:cNvPr>
          <p:cNvCxnSpPr/>
          <p:nvPr/>
        </p:nvCxnSpPr>
        <p:spPr>
          <a:xfrm>
            <a:off x="2414857" y="3810001"/>
            <a:ext cx="0" cy="2501153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4F6CB0-C113-DB61-5BCE-819ACC4CC69B}"/>
              </a:ext>
            </a:extLst>
          </p:cNvPr>
          <p:cNvCxnSpPr/>
          <p:nvPr/>
        </p:nvCxnSpPr>
        <p:spPr>
          <a:xfrm>
            <a:off x="9196657" y="3801037"/>
            <a:ext cx="0" cy="2501153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8531AD-07D4-F002-9BA5-CD8A64000447}"/>
              </a:ext>
            </a:extLst>
          </p:cNvPr>
          <p:cNvCxnSpPr>
            <a:cxnSpLocks/>
          </p:cNvCxnSpPr>
          <p:nvPr/>
        </p:nvCxnSpPr>
        <p:spPr>
          <a:xfrm flipH="1">
            <a:off x="2569496" y="3957921"/>
            <a:ext cx="6488208" cy="0"/>
          </a:xfrm>
          <a:prstGeom prst="line">
            <a:avLst/>
          </a:prstGeom>
          <a:ln w="292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0166A14-B438-8E77-D558-7FCBAF167F5D}"/>
              </a:ext>
            </a:extLst>
          </p:cNvPr>
          <p:cNvSpPr txBox="1"/>
          <p:nvPr/>
        </p:nvSpPr>
        <p:spPr>
          <a:xfrm>
            <a:off x="4967927" y="1411667"/>
            <a:ext cx="564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FAFB4D-F9AD-BE0C-E076-7CFD69A10815}"/>
              </a:ext>
            </a:extLst>
          </p:cNvPr>
          <p:cNvSpPr txBox="1"/>
          <p:nvPr/>
        </p:nvSpPr>
        <p:spPr>
          <a:xfrm>
            <a:off x="3314299" y="148861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7FCA2-D7F9-DCDE-F80B-776AFC41377F}"/>
              </a:ext>
            </a:extLst>
          </p:cNvPr>
          <p:cNvSpPr txBox="1"/>
          <p:nvPr/>
        </p:nvSpPr>
        <p:spPr>
          <a:xfrm>
            <a:off x="6744223" y="151461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638B9F-80D7-054E-67EE-53E71EB33CBC}"/>
              </a:ext>
            </a:extLst>
          </p:cNvPr>
          <p:cNvSpPr txBox="1"/>
          <p:nvPr/>
        </p:nvSpPr>
        <p:spPr>
          <a:xfrm>
            <a:off x="5433728" y="45679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47CB44-6BC4-7104-6897-51E9CF05E4B2}"/>
              </a:ext>
            </a:extLst>
          </p:cNvPr>
          <p:cNvSpPr txBox="1"/>
          <p:nvPr/>
        </p:nvSpPr>
        <p:spPr>
          <a:xfrm>
            <a:off x="5415003" y="5894293"/>
            <a:ext cx="420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76149F-734C-FB1B-6383-F5852283BFCA}"/>
              </a:ext>
            </a:extLst>
          </p:cNvPr>
          <p:cNvCxnSpPr>
            <a:cxnSpLocks/>
          </p:cNvCxnSpPr>
          <p:nvPr/>
        </p:nvCxnSpPr>
        <p:spPr>
          <a:xfrm>
            <a:off x="6096000" y="5739205"/>
            <a:ext cx="2961704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7037FE-967B-0D44-5D38-F46C5FFFF07E}"/>
              </a:ext>
            </a:extLst>
          </p:cNvPr>
          <p:cNvCxnSpPr>
            <a:cxnSpLocks/>
          </p:cNvCxnSpPr>
          <p:nvPr/>
        </p:nvCxnSpPr>
        <p:spPr>
          <a:xfrm flipH="1">
            <a:off x="5986183" y="6093311"/>
            <a:ext cx="307152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408563C-EFE2-CEAF-7159-2DCA43CE8BEE}"/>
              </a:ext>
            </a:extLst>
          </p:cNvPr>
          <p:cNvCxnSpPr>
            <a:cxnSpLocks/>
          </p:cNvCxnSpPr>
          <p:nvPr/>
        </p:nvCxnSpPr>
        <p:spPr>
          <a:xfrm>
            <a:off x="2632281" y="5718587"/>
            <a:ext cx="2517943" cy="20618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6B31D3-64AE-C182-0464-8E9A48B55C41}"/>
              </a:ext>
            </a:extLst>
          </p:cNvPr>
          <p:cNvCxnSpPr>
            <a:cxnSpLocks/>
          </p:cNvCxnSpPr>
          <p:nvPr/>
        </p:nvCxnSpPr>
        <p:spPr>
          <a:xfrm flipH="1">
            <a:off x="2522464" y="6072693"/>
            <a:ext cx="2614312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E860AF-D166-9A36-A233-239B3B238571}"/>
              </a:ext>
            </a:extLst>
          </p:cNvPr>
          <p:cNvCxnSpPr>
            <a:cxnSpLocks/>
          </p:cNvCxnSpPr>
          <p:nvPr/>
        </p:nvCxnSpPr>
        <p:spPr>
          <a:xfrm flipV="1">
            <a:off x="3349831" y="4116163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07D6ED-BAED-7A97-70C9-43A5D4BCBF0D}"/>
              </a:ext>
            </a:extLst>
          </p:cNvPr>
          <p:cNvCxnSpPr>
            <a:cxnSpLocks/>
          </p:cNvCxnSpPr>
          <p:nvPr/>
        </p:nvCxnSpPr>
        <p:spPr>
          <a:xfrm>
            <a:off x="3636702" y="4116163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6F1FAC1-6805-DE65-7928-A9EE07A9A1F4}"/>
              </a:ext>
            </a:extLst>
          </p:cNvPr>
          <p:cNvCxnSpPr>
            <a:cxnSpLocks/>
          </p:cNvCxnSpPr>
          <p:nvPr/>
        </p:nvCxnSpPr>
        <p:spPr>
          <a:xfrm flipV="1">
            <a:off x="5431504" y="4116163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8396123-AECA-A298-07E0-F2D2B800917A}"/>
              </a:ext>
            </a:extLst>
          </p:cNvPr>
          <p:cNvCxnSpPr>
            <a:cxnSpLocks/>
          </p:cNvCxnSpPr>
          <p:nvPr/>
        </p:nvCxnSpPr>
        <p:spPr>
          <a:xfrm>
            <a:off x="5718375" y="4116163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8B9809-CF14-B444-736F-C69CB16F0657}"/>
              </a:ext>
            </a:extLst>
          </p:cNvPr>
          <p:cNvCxnSpPr>
            <a:cxnSpLocks/>
          </p:cNvCxnSpPr>
          <p:nvPr/>
        </p:nvCxnSpPr>
        <p:spPr>
          <a:xfrm flipV="1">
            <a:off x="7536349" y="4146858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F19E20-2DC0-5F17-D01E-A23B5A2F28D9}"/>
              </a:ext>
            </a:extLst>
          </p:cNvPr>
          <p:cNvCxnSpPr>
            <a:cxnSpLocks/>
          </p:cNvCxnSpPr>
          <p:nvPr/>
        </p:nvCxnSpPr>
        <p:spPr>
          <a:xfrm>
            <a:off x="7823220" y="4146858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41D235-A135-F643-0B44-A6C5AA94F8CD}"/>
              </a:ext>
            </a:extLst>
          </p:cNvPr>
          <p:cNvCxnSpPr>
            <a:cxnSpLocks/>
          </p:cNvCxnSpPr>
          <p:nvPr/>
        </p:nvCxnSpPr>
        <p:spPr>
          <a:xfrm flipV="1">
            <a:off x="5431504" y="5060578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8C2067-0E63-134E-132F-540A78B68478}"/>
              </a:ext>
            </a:extLst>
          </p:cNvPr>
          <p:cNvCxnSpPr>
            <a:cxnSpLocks/>
          </p:cNvCxnSpPr>
          <p:nvPr/>
        </p:nvCxnSpPr>
        <p:spPr>
          <a:xfrm>
            <a:off x="5718375" y="5060578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DBB851-C6C9-A750-6701-6F916BCD3331}"/>
              </a:ext>
            </a:extLst>
          </p:cNvPr>
          <p:cNvCxnSpPr>
            <a:cxnSpLocks/>
          </p:cNvCxnSpPr>
          <p:nvPr/>
        </p:nvCxnSpPr>
        <p:spPr>
          <a:xfrm flipV="1">
            <a:off x="3387204" y="812669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D5C0C92-E582-A096-7DD7-76AB4AC2DF2D}"/>
              </a:ext>
            </a:extLst>
          </p:cNvPr>
          <p:cNvCxnSpPr>
            <a:cxnSpLocks/>
          </p:cNvCxnSpPr>
          <p:nvPr/>
        </p:nvCxnSpPr>
        <p:spPr>
          <a:xfrm>
            <a:off x="3674075" y="812669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D5DCD5-685B-F1D5-9105-CB55D7C8CEA8}"/>
              </a:ext>
            </a:extLst>
          </p:cNvPr>
          <p:cNvCxnSpPr>
            <a:cxnSpLocks/>
          </p:cNvCxnSpPr>
          <p:nvPr/>
        </p:nvCxnSpPr>
        <p:spPr>
          <a:xfrm flipV="1">
            <a:off x="5144633" y="812669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043E65-4C01-9CD1-02A6-0805478EEA34}"/>
              </a:ext>
            </a:extLst>
          </p:cNvPr>
          <p:cNvCxnSpPr>
            <a:cxnSpLocks/>
          </p:cNvCxnSpPr>
          <p:nvPr/>
        </p:nvCxnSpPr>
        <p:spPr>
          <a:xfrm>
            <a:off x="5431504" y="812669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81E737-7906-8DBF-A3B9-EBDDBFEF93C0}"/>
              </a:ext>
            </a:extLst>
          </p:cNvPr>
          <p:cNvCxnSpPr>
            <a:cxnSpLocks/>
          </p:cNvCxnSpPr>
          <p:nvPr/>
        </p:nvCxnSpPr>
        <p:spPr>
          <a:xfrm flipV="1">
            <a:off x="6863996" y="812669"/>
            <a:ext cx="0" cy="45182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9720A1-3A9E-1757-82A2-A6D872A3AB66}"/>
              </a:ext>
            </a:extLst>
          </p:cNvPr>
          <p:cNvCxnSpPr>
            <a:cxnSpLocks/>
          </p:cNvCxnSpPr>
          <p:nvPr/>
        </p:nvCxnSpPr>
        <p:spPr>
          <a:xfrm>
            <a:off x="7150867" y="812669"/>
            <a:ext cx="0" cy="563413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1DC0B7-AEB0-2F93-0599-3F4181916C74}"/>
              </a:ext>
            </a:extLst>
          </p:cNvPr>
          <p:cNvCxnSpPr>
            <a:cxnSpLocks/>
          </p:cNvCxnSpPr>
          <p:nvPr/>
        </p:nvCxnSpPr>
        <p:spPr>
          <a:xfrm>
            <a:off x="2193092" y="1536073"/>
            <a:ext cx="1121207" cy="542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185DF4-3F1C-A0B5-6A17-576ACE2E72D3}"/>
              </a:ext>
            </a:extLst>
          </p:cNvPr>
          <p:cNvCxnSpPr>
            <a:cxnSpLocks/>
          </p:cNvCxnSpPr>
          <p:nvPr/>
        </p:nvCxnSpPr>
        <p:spPr>
          <a:xfrm flipH="1" flipV="1">
            <a:off x="2155912" y="1894989"/>
            <a:ext cx="1050348" cy="1041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9405F2-C67D-600D-62E3-AD523B8DC92D}"/>
              </a:ext>
            </a:extLst>
          </p:cNvPr>
          <p:cNvCxnSpPr>
            <a:cxnSpLocks/>
          </p:cNvCxnSpPr>
          <p:nvPr/>
        </p:nvCxnSpPr>
        <p:spPr>
          <a:xfrm>
            <a:off x="3905238" y="1499027"/>
            <a:ext cx="1121207" cy="542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9740F42-68D5-9CA1-D63F-1D2971E221F9}"/>
              </a:ext>
            </a:extLst>
          </p:cNvPr>
          <p:cNvCxnSpPr>
            <a:cxnSpLocks/>
          </p:cNvCxnSpPr>
          <p:nvPr/>
        </p:nvCxnSpPr>
        <p:spPr>
          <a:xfrm flipH="1" flipV="1">
            <a:off x="3868058" y="1857943"/>
            <a:ext cx="1050348" cy="1041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8F3FF7-7193-EB20-3443-C4981FC11A10}"/>
              </a:ext>
            </a:extLst>
          </p:cNvPr>
          <p:cNvCxnSpPr>
            <a:cxnSpLocks/>
          </p:cNvCxnSpPr>
          <p:nvPr/>
        </p:nvCxnSpPr>
        <p:spPr>
          <a:xfrm>
            <a:off x="5606011" y="1514616"/>
            <a:ext cx="1121207" cy="542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9722185-AAE2-662F-299B-2ED263AAEFD3}"/>
              </a:ext>
            </a:extLst>
          </p:cNvPr>
          <p:cNvCxnSpPr>
            <a:cxnSpLocks/>
          </p:cNvCxnSpPr>
          <p:nvPr/>
        </p:nvCxnSpPr>
        <p:spPr>
          <a:xfrm flipH="1" flipV="1">
            <a:off x="5568831" y="1873532"/>
            <a:ext cx="1050348" cy="1041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B991A71-7D19-D4FC-0F68-77C7C44308A6}"/>
              </a:ext>
            </a:extLst>
          </p:cNvPr>
          <p:cNvCxnSpPr>
            <a:cxnSpLocks/>
          </p:cNvCxnSpPr>
          <p:nvPr/>
        </p:nvCxnSpPr>
        <p:spPr>
          <a:xfrm>
            <a:off x="7479330" y="1514616"/>
            <a:ext cx="1121207" cy="542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38257CF-DB3D-455B-3F73-F175F333EC90}"/>
              </a:ext>
            </a:extLst>
          </p:cNvPr>
          <p:cNvCxnSpPr>
            <a:cxnSpLocks/>
          </p:cNvCxnSpPr>
          <p:nvPr/>
        </p:nvCxnSpPr>
        <p:spPr>
          <a:xfrm flipH="1" flipV="1">
            <a:off x="7442150" y="1873532"/>
            <a:ext cx="1050348" cy="1041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A9B92D4-1955-0CA0-2BE0-DFF40B625577}"/>
              </a:ext>
            </a:extLst>
          </p:cNvPr>
          <p:cNvSpPr txBox="1"/>
          <p:nvPr/>
        </p:nvSpPr>
        <p:spPr>
          <a:xfrm>
            <a:off x="10087635" y="1109664"/>
            <a:ext cx="8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Bradley Hand" pitchFamily="2" charset="77"/>
                <a:cs typeface="Calibri" panose="020F0502020204030204" pitchFamily="34" charset="0"/>
              </a:rPr>
              <a:t>Z</a:t>
            </a:r>
            <a:endParaRPr lang="en-US" sz="72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2D08384-81D2-6179-E940-E9F1763E2942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9024076" y="1088109"/>
            <a:ext cx="1063559" cy="621720"/>
          </a:xfrm>
          <a:prstGeom prst="straightConnector1">
            <a:avLst/>
          </a:prstGeom>
          <a:ln w="25400" cap="flat" cmpd="thickThin">
            <a:solidFill>
              <a:schemeClr val="tx1"/>
            </a:solidFill>
            <a:prstDash val="dash"/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3C624FD-9A11-863B-ABB9-AFF9DDE36590}"/>
              </a:ext>
            </a:extLst>
          </p:cNvPr>
          <p:cNvSpPr txBox="1"/>
          <p:nvPr/>
        </p:nvSpPr>
        <p:spPr>
          <a:xfrm>
            <a:off x="10444193" y="5023826"/>
            <a:ext cx="8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Bradley Hand" pitchFamily="2" charset="77"/>
                <a:cs typeface="Calibri" panose="020F0502020204030204" pitchFamily="34" charset="0"/>
              </a:rPr>
              <a:t>Z</a:t>
            </a:r>
            <a:endParaRPr lang="en-US" sz="72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C7288EA-1AE7-2180-B8EE-39379E31909A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9380634" y="5002271"/>
            <a:ext cx="1063559" cy="621720"/>
          </a:xfrm>
          <a:prstGeom prst="straightConnector1">
            <a:avLst/>
          </a:prstGeom>
          <a:ln w="25400" cap="flat" cmpd="thickThin">
            <a:solidFill>
              <a:schemeClr val="tx1"/>
            </a:solidFill>
            <a:prstDash val="dash"/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2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83BB19-76B4-B371-F352-D8378DFD2EA5}"/>
              </a:ext>
            </a:extLst>
          </p:cNvPr>
          <p:cNvSpPr txBox="1"/>
          <p:nvPr/>
        </p:nvSpPr>
        <p:spPr>
          <a:xfrm>
            <a:off x="79558" y="693260"/>
            <a:ext cx="49600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Chalk Board" panose="02000500000000000000" pitchFamily="2" charset="0"/>
              </a:rPr>
              <a:t>Composed Protocols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BFABE-D022-0797-38F6-DF8C820AD9B4}"/>
              </a:ext>
            </a:extLst>
          </p:cNvPr>
          <p:cNvSpPr txBox="1"/>
          <p:nvPr/>
        </p:nvSpPr>
        <p:spPr>
          <a:xfrm>
            <a:off x="1882176" y="2554833"/>
            <a:ext cx="162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implements</a:t>
            </a:r>
            <a:endParaRPr lang="en-US" dirty="0">
              <a:latin typeface="Chalk Board" panose="02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84ED3-5305-31C5-F479-1CE68A9E73D8}"/>
              </a:ext>
            </a:extLst>
          </p:cNvPr>
          <p:cNvSpPr txBox="1"/>
          <p:nvPr/>
        </p:nvSpPr>
        <p:spPr>
          <a:xfrm>
            <a:off x="4301576" y="2554832"/>
            <a:ext cx="4591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with computational security, then: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EEF99-D61A-16DD-B26F-0FD482D3C704}"/>
              </a:ext>
            </a:extLst>
          </p:cNvPr>
          <p:cNvSpPr txBox="1"/>
          <p:nvPr/>
        </p:nvSpPr>
        <p:spPr>
          <a:xfrm>
            <a:off x="5042914" y="3246566"/>
            <a:ext cx="3975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can be securely replaced 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9039A-DF8D-822C-27EA-E897F64C6AD2}"/>
              </a:ext>
            </a:extLst>
          </p:cNvPr>
          <p:cNvSpPr txBox="1"/>
          <p:nvPr/>
        </p:nvSpPr>
        <p:spPr>
          <a:xfrm>
            <a:off x="4449853" y="4047842"/>
            <a:ext cx="4294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in any polynomial-time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1A4ACC-1DD7-DF6A-8752-BEF08CB6DF8C}"/>
                  </a:ext>
                </a:extLst>
              </p:cNvPr>
              <p:cNvSpPr txBox="1"/>
              <p:nvPr/>
            </p:nvSpPr>
            <p:spPr>
              <a:xfrm>
                <a:off x="336176" y="2458637"/>
                <a:ext cx="1473032" cy="604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Chalk Board" panose="02000500000000000000" pitchFamily="2" charset="0"/>
                        </a:rPr>
                        <m:t>⋄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AT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1A4ACC-1DD7-DF6A-8752-BEF08CB6D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6" y="2458637"/>
                <a:ext cx="1473032" cy="604076"/>
              </a:xfrm>
              <a:prstGeom prst="rect">
                <a:avLst/>
              </a:prstGeom>
              <a:blipFill>
                <a:blip r:embed="rId2"/>
                <a:stretch>
                  <a:fillRect l="-5983" t="-2083" r="-5983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552E36-ED6E-3E02-1731-8F37E17A4261}"/>
                  </a:ext>
                </a:extLst>
              </p:cNvPr>
              <p:cNvSpPr txBox="1"/>
              <p:nvPr/>
            </p:nvSpPr>
            <p:spPr>
              <a:xfrm>
                <a:off x="3577704" y="2458637"/>
                <a:ext cx="588238" cy="604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ST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552E36-ED6E-3E02-1731-8F37E17A4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04" y="2458637"/>
                <a:ext cx="588238" cy="604076"/>
              </a:xfrm>
              <a:prstGeom prst="rect">
                <a:avLst/>
              </a:prstGeom>
              <a:blipFill>
                <a:blip r:embed="rId3"/>
                <a:stretch>
                  <a:fillRect l="-19149" t="-2083" r="-17021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848DBB-35BB-F0CC-5D32-0FABC6A9E21F}"/>
                  </a:ext>
                </a:extLst>
              </p:cNvPr>
              <p:cNvSpPr txBox="1"/>
              <p:nvPr/>
            </p:nvSpPr>
            <p:spPr>
              <a:xfrm>
                <a:off x="9144466" y="3201163"/>
                <a:ext cx="1473032" cy="604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Chalk Board" panose="02000500000000000000" pitchFamily="2" charset="0"/>
                        </a:rPr>
                        <m:t>⋄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AT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848DBB-35BB-F0CC-5D32-0FABC6A9E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466" y="3201163"/>
                <a:ext cx="1473032" cy="604076"/>
              </a:xfrm>
              <a:prstGeom prst="rect">
                <a:avLst/>
              </a:prstGeom>
              <a:blipFill>
                <a:blip r:embed="rId4"/>
                <a:stretch>
                  <a:fillRect l="-6838" t="-2083" r="-5128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65800D-888C-BD85-1E03-0BEB872FAD31}"/>
                  </a:ext>
                </a:extLst>
              </p:cNvPr>
              <p:cNvSpPr txBox="1"/>
              <p:nvPr/>
            </p:nvSpPr>
            <p:spPr>
              <a:xfrm>
                <a:off x="4437619" y="3160882"/>
                <a:ext cx="588238" cy="604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Chalk Board" panose="02000500000000000000" pitchFamily="2" charset="0"/>
                            </a:rPr>
                            <m:t>ST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65800D-888C-BD85-1E03-0BEB872FA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619" y="3160882"/>
                <a:ext cx="588238" cy="604076"/>
              </a:xfrm>
              <a:prstGeom prst="rect">
                <a:avLst/>
              </a:prstGeom>
              <a:blipFill>
                <a:blip r:embed="rId5"/>
                <a:stretch>
                  <a:fillRect l="-19149" t="-4167" r="-14894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38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D19E6E-40AE-C12E-8C77-76793E6E5145}"/>
              </a:ext>
            </a:extLst>
          </p:cNvPr>
          <p:cNvSpPr/>
          <p:nvPr/>
        </p:nvSpPr>
        <p:spPr>
          <a:xfrm>
            <a:off x="3203089" y="4475181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Q1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4BCFD-68F1-F1A6-DC18-F3A7E155EC94}"/>
              </a:ext>
            </a:extLst>
          </p:cNvPr>
          <p:cNvSpPr/>
          <p:nvPr/>
        </p:nvSpPr>
        <p:spPr>
          <a:xfrm>
            <a:off x="5065955" y="4475181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merican Typewriter" panose="02090604020004020304" pitchFamily="18" charset="77"/>
              </a:rPr>
              <a:t>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3D298-1AFF-7490-1E23-79D4C6744F2B}"/>
              </a:ext>
            </a:extLst>
          </p:cNvPr>
          <p:cNvSpPr/>
          <p:nvPr/>
        </p:nvSpPr>
        <p:spPr>
          <a:xfrm>
            <a:off x="6928821" y="4475181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Q1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CAEA4-648A-07BE-F425-E62633C1B6A3}"/>
              </a:ext>
            </a:extLst>
          </p:cNvPr>
          <p:cNvSpPr/>
          <p:nvPr/>
        </p:nvSpPr>
        <p:spPr>
          <a:xfrm>
            <a:off x="5065955" y="1453627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N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601501-CC19-5D52-0950-398C6DDD72D6}"/>
              </a:ext>
            </a:extLst>
          </p:cNvPr>
          <p:cNvCxnSpPr>
            <a:cxnSpLocks/>
          </p:cNvCxnSpPr>
          <p:nvPr/>
        </p:nvCxnSpPr>
        <p:spPr>
          <a:xfrm>
            <a:off x="4319196" y="4851699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8323B5-16F4-BEA0-1DE1-14E1E745E398}"/>
              </a:ext>
            </a:extLst>
          </p:cNvPr>
          <p:cNvCxnSpPr>
            <a:cxnSpLocks/>
          </p:cNvCxnSpPr>
          <p:nvPr/>
        </p:nvCxnSpPr>
        <p:spPr>
          <a:xfrm flipH="1">
            <a:off x="4283336" y="5246146"/>
            <a:ext cx="78261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241EB2-86ED-202C-0F11-6FA1015D9E57}"/>
              </a:ext>
            </a:extLst>
          </p:cNvPr>
          <p:cNvCxnSpPr>
            <a:cxnSpLocks/>
          </p:cNvCxnSpPr>
          <p:nvPr/>
        </p:nvCxnSpPr>
        <p:spPr>
          <a:xfrm>
            <a:off x="6182062" y="4851699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6582E7-E673-098D-9A0D-D72514ADA6D5}"/>
              </a:ext>
            </a:extLst>
          </p:cNvPr>
          <p:cNvCxnSpPr>
            <a:cxnSpLocks/>
          </p:cNvCxnSpPr>
          <p:nvPr/>
        </p:nvCxnSpPr>
        <p:spPr>
          <a:xfrm flipH="1">
            <a:off x="6146202" y="5246146"/>
            <a:ext cx="78261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079C13-F3F0-3E05-80CF-94BC7B003BD3}"/>
              </a:ext>
            </a:extLst>
          </p:cNvPr>
          <p:cNvCxnSpPr>
            <a:cxnSpLocks/>
          </p:cNvCxnSpPr>
          <p:nvPr/>
        </p:nvCxnSpPr>
        <p:spPr>
          <a:xfrm>
            <a:off x="2375648" y="4851699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72AD6A-0B9C-D815-88BD-F667941D6AFC}"/>
              </a:ext>
            </a:extLst>
          </p:cNvPr>
          <p:cNvCxnSpPr>
            <a:cxnSpLocks/>
          </p:cNvCxnSpPr>
          <p:nvPr/>
        </p:nvCxnSpPr>
        <p:spPr>
          <a:xfrm flipH="1">
            <a:off x="2375648" y="5246146"/>
            <a:ext cx="8274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9BEFD7-A860-5BD1-4129-C7E4518723E4}"/>
              </a:ext>
            </a:extLst>
          </p:cNvPr>
          <p:cNvCxnSpPr>
            <a:cxnSpLocks/>
          </p:cNvCxnSpPr>
          <p:nvPr/>
        </p:nvCxnSpPr>
        <p:spPr>
          <a:xfrm>
            <a:off x="8044928" y="4851699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FF65BF9-048D-6C40-316C-3E348CB37C36}"/>
              </a:ext>
            </a:extLst>
          </p:cNvPr>
          <p:cNvCxnSpPr>
            <a:cxnSpLocks/>
          </p:cNvCxnSpPr>
          <p:nvPr/>
        </p:nvCxnSpPr>
        <p:spPr>
          <a:xfrm flipH="1">
            <a:off x="8044928" y="5246146"/>
            <a:ext cx="8274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8AB14C-85F7-8D7D-AA55-4921C4D16C12}"/>
              </a:ext>
            </a:extLst>
          </p:cNvPr>
          <p:cNvCxnSpPr>
            <a:cxnSpLocks/>
          </p:cNvCxnSpPr>
          <p:nvPr/>
        </p:nvCxnSpPr>
        <p:spPr>
          <a:xfrm>
            <a:off x="4545106" y="1748566"/>
            <a:ext cx="61856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09D7AA-14C3-2A78-75A5-5C6222A7DB1C}"/>
              </a:ext>
            </a:extLst>
          </p:cNvPr>
          <p:cNvCxnSpPr>
            <a:cxnSpLocks/>
          </p:cNvCxnSpPr>
          <p:nvPr/>
        </p:nvCxnSpPr>
        <p:spPr>
          <a:xfrm flipH="1">
            <a:off x="4450976" y="2143013"/>
            <a:ext cx="61497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669DFA-2BC5-F714-0521-D28EBFE9A508}"/>
              </a:ext>
            </a:extLst>
          </p:cNvPr>
          <p:cNvCxnSpPr>
            <a:cxnSpLocks/>
          </p:cNvCxnSpPr>
          <p:nvPr/>
        </p:nvCxnSpPr>
        <p:spPr>
          <a:xfrm>
            <a:off x="6182062" y="1762461"/>
            <a:ext cx="58180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70777F2-699C-F5F5-5212-455EB1A6C67A}"/>
              </a:ext>
            </a:extLst>
          </p:cNvPr>
          <p:cNvCxnSpPr>
            <a:cxnSpLocks/>
          </p:cNvCxnSpPr>
          <p:nvPr/>
        </p:nvCxnSpPr>
        <p:spPr>
          <a:xfrm flipH="1">
            <a:off x="6096000" y="2174838"/>
            <a:ext cx="66787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FC5674-F40B-3B43-5C2F-B8EFE1315AC2}"/>
              </a:ext>
            </a:extLst>
          </p:cNvPr>
          <p:cNvCxnSpPr>
            <a:cxnSpLocks/>
          </p:cNvCxnSpPr>
          <p:nvPr/>
        </p:nvCxnSpPr>
        <p:spPr>
          <a:xfrm>
            <a:off x="5888915" y="981635"/>
            <a:ext cx="0" cy="579568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0E68A6-474B-69E4-A105-829071298B03}"/>
              </a:ext>
            </a:extLst>
          </p:cNvPr>
          <p:cNvCxnSpPr>
            <a:cxnSpLocks/>
          </p:cNvCxnSpPr>
          <p:nvPr/>
        </p:nvCxnSpPr>
        <p:spPr>
          <a:xfrm flipV="1">
            <a:off x="5395855" y="874059"/>
            <a:ext cx="0" cy="57060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BF60E5-1903-EA39-E36E-C94ADA87365E}"/>
              </a:ext>
            </a:extLst>
          </p:cNvPr>
          <p:cNvCxnSpPr>
            <a:cxnSpLocks/>
          </p:cNvCxnSpPr>
          <p:nvPr/>
        </p:nvCxnSpPr>
        <p:spPr>
          <a:xfrm>
            <a:off x="3965987" y="3792071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C034816-0CCC-6E46-CB3C-53AC65806D1B}"/>
              </a:ext>
            </a:extLst>
          </p:cNvPr>
          <p:cNvCxnSpPr>
            <a:cxnSpLocks/>
          </p:cNvCxnSpPr>
          <p:nvPr/>
        </p:nvCxnSpPr>
        <p:spPr>
          <a:xfrm flipV="1">
            <a:off x="3518647" y="3792071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B3F211-D73C-0016-A60D-22D934A4259F}"/>
              </a:ext>
            </a:extLst>
          </p:cNvPr>
          <p:cNvCxnSpPr>
            <a:cxnSpLocks/>
          </p:cNvCxnSpPr>
          <p:nvPr/>
        </p:nvCxnSpPr>
        <p:spPr>
          <a:xfrm>
            <a:off x="5888915" y="3792071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569C89-66A5-0A5F-0677-3C71C7E319FC}"/>
              </a:ext>
            </a:extLst>
          </p:cNvPr>
          <p:cNvCxnSpPr>
            <a:cxnSpLocks/>
          </p:cNvCxnSpPr>
          <p:nvPr/>
        </p:nvCxnSpPr>
        <p:spPr>
          <a:xfrm flipV="1">
            <a:off x="5441575" y="3792071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A82A9F4-A260-BEB2-8D6F-5CF688C310F6}"/>
              </a:ext>
            </a:extLst>
          </p:cNvPr>
          <p:cNvCxnSpPr>
            <a:cxnSpLocks/>
          </p:cNvCxnSpPr>
          <p:nvPr/>
        </p:nvCxnSpPr>
        <p:spPr>
          <a:xfrm>
            <a:off x="7731162" y="3792071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89120D1-390D-98D7-0C3F-91CBA1CD402C}"/>
              </a:ext>
            </a:extLst>
          </p:cNvPr>
          <p:cNvCxnSpPr>
            <a:cxnSpLocks/>
          </p:cNvCxnSpPr>
          <p:nvPr/>
        </p:nvCxnSpPr>
        <p:spPr>
          <a:xfrm flipV="1">
            <a:off x="7283822" y="3792071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915986-17B9-440A-AEF8-9FDC5ECB9892}"/>
                  </a:ext>
                </a:extLst>
              </p:cNvPr>
              <p:cNvSpPr txBox="1"/>
              <p:nvPr/>
            </p:nvSpPr>
            <p:spPr>
              <a:xfrm>
                <a:off x="4593066" y="5936339"/>
                <a:ext cx="1761784" cy="446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latin typeface="KG Ten Thousand Reasons" panose="02000000000000000000" pitchFamily="2" charset="77"/>
                        </a:rPr>
                        <m:t> ⋄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B915986-17B9-440A-AEF8-9FDC5ECB9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066" y="5936339"/>
                <a:ext cx="1761784" cy="446084"/>
              </a:xfrm>
              <a:prstGeom prst="rect">
                <a:avLst/>
              </a:prstGeom>
              <a:blipFill>
                <a:blip r:embed="rId2"/>
                <a:stretch>
                  <a:fillRect t="-19444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73B3DDAF-9962-2E35-4850-CD50F6ECD58A}"/>
              </a:ext>
            </a:extLst>
          </p:cNvPr>
          <p:cNvSpPr txBox="1"/>
          <p:nvPr/>
        </p:nvSpPr>
        <p:spPr>
          <a:xfrm>
            <a:off x="3613353" y="1577795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N.in1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113775-D25B-55E8-8E99-0FE107359755}"/>
              </a:ext>
            </a:extLst>
          </p:cNvPr>
          <p:cNvSpPr txBox="1"/>
          <p:nvPr/>
        </p:nvSpPr>
        <p:spPr>
          <a:xfrm>
            <a:off x="6804212" y="2002729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N.in2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D03953-9B36-90DE-C418-935E2EC3C568}"/>
              </a:ext>
            </a:extLst>
          </p:cNvPr>
          <p:cNvSpPr txBox="1"/>
          <p:nvPr/>
        </p:nvSpPr>
        <p:spPr>
          <a:xfrm>
            <a:off x="6817187" y="1561203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N.out2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7BA02E-6249-E923-08EC-24ED9AA4F15E}"/>
              </a:ext>
            </a:extLst>
          </p:cNvPr>
          <p:cNvSpPr txBox="1"/>
          <p:nvPr/>
        </p:nvSpPr>
        <p:spPr>
          <a:xfrm>
            <a:off x="3595615" y="194245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N.out1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BC1AFF-DCE7-CA79-376C-5289C96E3560}"/>
              </a:ext>
            </a:extLst>
          </p:cNvPr>
          <p:cNvSpPr txBox="1"/>
          <p:nvPr/>
        </p:nvSpPr>
        <p:spPr>
          <a:xfrm>
            <a:off x="5963300" y="750353"/>
            <a:ext cx="80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merican Typewriter" panose="02090604020004020304" pitchFamily="18" charset="77"/>
              </a:rPr>
              <a:t>N.infl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82766B-AD91-FBE4-81E6-384FACE05BA1}"/>
              </a:ext>
            </a:extLst>
          </p:cNvPr>
          <p:cNvSpPr txBox="1"/>
          <p:nvPr/>
        </p:nvSpPr>
        <p:spPr>
          <a:xfrm>
            <a:off x="4809990" y="520625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merican Typewriter" panose="02090604020004020304" pitchFamily="18" charset="77"/>
              </a:rPr>
              <a:t>N.leak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FB0B7E-A060-2C44-D41E-02D2A832653B}"/>
              </a:ext>
            </a:extLst>
          </p:cNvPr>
          <p:cNvSpPr txBox="1"/>
          <p:nvPr/>
        </p:nvSpPr>
        <p:spPr>
          <a:xfrm>
            <a:off x="1530042" y="4696825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N.in1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78204B-8756-7436-9549-623151DB55C6}"/>
              </a:ext>
            </a:extLst>
          </p:cNvPr>
          <p:cNvSpPr txBox="1"/>
          <p:nvPr/>
        </p:nvSpPr>
        <p:spPr>
          <a:xfrm>
            <a:off x="1512304" y="506148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N.out1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EB6317-FADC-CE36-8884-8B93B399D0F5}"/>
              </a:ext>
            </a:extLst>
          </p:cNvPr>
          <p:cNvSpPr txBox="1"/>
          <p:nvPr/>
        </p:nvSpPr>
        <p:spPr>
          <a:xfrm>
            <a:off x="8913522" y="5065514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N.in2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16F0A5-0578-06A9-F4EE-693EC764429E}"/>
              </a:ext>
            </a:extLst>
          </p:cNvPr>
          <p:cNvSpPr txBox="1"/>
          <p:nvPr/>
        </p:nvSpPr>
        <p:spPr>
          <a:xfrm>
            <a:off x="8926497" y="4623988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N.out2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11D601-372D-4A63-231E-14640CBAE0F0}"/>
              </a:ext>
            </a:extLst>
          </p:cNvPr>
          <p:cNvSpPr txBox="1"/>
          <p:nvPr/>
        </p:nvSpPr>
        <p:spPr>
          <a:xfrm>
            <a:off x="6213512" y="4963259"/>
            <a:ext cx="740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merican Typewriter" panose="02090604020004020304" pitchFamily="18" charset="77"/>
              </a:rPr>
              <a:t>ST.out2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1B0E70C-3FA2-D5F1-85E5-AFFBC282F08E}"/>
              </a:ext>
            </a:extLst>
          </p:cNvPr>
          <p:cNvSpPr txBox="1"/>
          <p:nvPr/>
        </p:nvSpPr>
        <p:spPr>
          <a:xfrm>
            <a:off x="6213512" y="4533448"/>
            <a:ext cx="647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merican Typewriter" panose="02090604020004020304" pitchFamily="18" charset="77"/>
              </a:rPr>
              <a:t>ST.in2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0562526-D2E2-4B6C-77C7-69EA548D6C80}"/>
              </a:ext>
            </a:extLst>
          </p:cNvPr>
          <p:cNvSpPr txBox="1"/>
          <p:nvPr/>
        </p:nvSpPr>
        <p:spPr>
          <a:xfrm>
            <a:off x="4389194" y="4988136"/>
            <a:ext cx="740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merican Typewriter" panose="02090604020004020304" pitchFamily="18" charset="77"/>
              </a:rPr>
              <a:t>ST.out1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1AF3E0F-42FD-B609-446E-99F1CC4D1735}"/>
              </a:ext>
            </a:extLst>
          </p:cNvPr>
          <p:cNvSpPr txBox="1"/>
          <p:nvPr/>
        </p:nvSpPr>
        <p:spPr>
          <a:xfrm>
            <a:off x="4389194" y="4558325"/>
            <a:ext cx="647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merican Typewriter" panose="02090604020004020304" pitchFamily="18" charset="77"/>
              </a:rPr>
              <a:t>ST.in1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309A15-7EA6-BCB2-7490-233CFA4C1077}"/>
              </a:ext>
            </a:extLst>
          </p:cNvPr>
          <p:cNvSpPr txBox="1"/>
          <p:nvPr/>
        </p:nvSpPr>
        <p:spPr>
          <a:xfrm>
            <a:off x="5861595" y="3650730"/>
            <a:ext cx="742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ST.infl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0B1C014-7890-334D-D88B-62F90D7490B0}"/>
              </a:ext>
            </a:extLst>
          </p:cNvPr>
          <p:cNvSpPr txBox="1"/>
          <p:nvPr/>
        </p:nvSpPr>
        <p:spPr>
          <a:xfrm>
            <a:off x="4993661" y="3465306"/>
            <a:ext cx="804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ST.leak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8726ABF-19A7-4F54-E172-8BECEFD56045}"/>
              </a:ext>
            </a:extLst>
          </p:cNvPr>
          <p:cNvSpPr txBox="1"/>
          <p:nvPr/>
        </p:nvSpPr>
        <p:spPr>
          <a:xfrm>
            <a:off x="7785101" y="3638182"/>
            <a:ext cx="856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ST.infl2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8660F5-3CD2-B5BF-6AC4-9B169833E1D5}"/>
              </a:ext>
            </a:extLst>
          </p:cNvPr>
          <p:cNvSpPr txBox="1"/>
          <p:nvPr/>
        </p:nvSpPr>
        <p:spPr>
          <a:xfrm>
            <a:off x="6917167" y="3452758"/>
            <a:ext cx="918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ST.leak2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ABF0E6B-ECAB-49B2-441F-0D43584E2BA0}"/>
              </a:ext>
            </a:extLst>
          </p:cNvPr>
          <p:cNvSpPr txBox="1"/>
          <p:nvPr/>
        </p:nvSpPr>
        <p:spPr>
          <a:xfrm>
            <a:off x="3905535" y="3552990"/>
            <a:ext cx="856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ST.infl1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266DB1E-75F1-50E9-918F-6EA9C7E059F6}"/>
              </a:ext>
            </a:extLst>
          </p:cNvPr>
          <p:cNvSpPr txBox="1"/>
          <p:nvPr/>
        </p:nvSpPr>
        <p:spPr>
          <a:xfrm>
            <a:off x="3037601" y="3367566"/>
            <a:ext cx="918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ST.leak1</a:t>
            </a:r>
          </a:p>
        </p:txBody>
      </p:sp>
    </p:spTree>
    <p:extLst>
      <p:ext uri="{BB962C8B-B14F-4D97-AF65-F5344CB8AC3E}">
        <p14:creationId xmlns:p14="http://schemas.microsoft.com/office/powerpoint/2010/main" val="11138400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8619-2B10-DB36-E461-067F7CCD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AB99491-E6AC-EDC4-CD8C-86651A6BE7F3}"/>
              </a:ext>
            </a:extLst>
          </p:cNvPr>
          <p:cNvSpPr/>
          <p:nvPr/>
        </p:nvSpPr>
        <p:spPr>
          <a:xfrm>
            <a:off x="6598027" y="3429000"/>
            <a:ext cx="3917568" cy="1666539"/>
          </a:xfrm>
          <a:custGeom>
            <a:avLst/>
            <a:gdLst>
              <a:gd name="connsiteX0" fmla="*/ 0 w 3917568"/>
              <a:gd name="connsiteY0" fmla="*/ 277762 h 1666539"/>
              <a:gd name="connsiteX1" fmla="*/ 277762 w 3917568"/>
              <a:gd name="connsiteY1" fmla="*/ 0 h 1666539"/>
              <a:gd name="connsiteX2" fmla="*/ 871723 w 3917568"/>
              <a:gd name="connsiteY2" fmla="*/ 0 h 1666539"/>
              <a:gd name="connsiteX3" fmla="*/ 1331202 w 3917568"/>
              <a:gd name="connsiteY3" fmla="*/ 0 h 1666539"/>
              <a:gd name="connsiteX4" fmla="*/ 1891543 w 3917568"/>
              <a:gd name="connsiteY4" fmla="*/ 0 h 1666539"/>
              <a:gd name="connsiteX5" fmla="*/ 2384643 w 3917568"/>
              <a:gd name="connsiteY5" fmla="*/ 0 h 1666539"/>
              <a:gd name="connsiteX6" fmla="*/ 2978604 w 3917568"/>
              <a:gd name="connsiteY6" fmla="*/ 0 h 1666539"/>
              <a:gd name="connsiteX7" fmla="*/ 3639806 w 3917568"/>
              <a:gd name="connsiteY7" fmla="*/ 0 h 1666539"/>
              <a:gd name="connsiteX8" fmla="*/ 3917568 w 3917568"/>
              <a:gd name="connsiteY8" fmla="*/ 277762 h 1666539"/>
              <a:gd name="connsiteX9" fmla="*/ 3917568 w 3917568"/>
              <a:gd name="connsiteY9" fmla="*/ 833270 h 1666539"/>
              <a:gd name="connsiteX10" fmla="*/ 3917568 w 3917568"/>
              <a:gd name="connsiteY10" fmla="*/ 1388777 h 1666539"/>
              <a:gd name="connsiteX11" fmla="*/ 3639806 w 3917568"/>
              <a:gd name="connsiteY11" fmla="*/ 1666539 h 1666539"/>
              <a:gd name="connsiteX12" fmla="*/ 3012224 w 3917568"/>
              <a:gd name="connsiteY12" fmla="*/ 1666539 h 1666539"/>
              <a:gd name="connsiteX13" fmla="*/ 2519125 w 3917568"/>
              <a:gd name="connsiteY13" fmla="*/ 1666539 h 1666539"/>
              <a:gd name="connsiteX14" fmla="*/ 2059645 w 3917568"/>
              <a:gd name="connsiteY14" fmla="*/ 1666539 h 1666539"/>
              <a:gd name="connsiteX15" fmla="*/ 1566546 w 3917568"/>
              <a:gd name="connsiteY15" fmla="*/ 1666539 h 1666539"/>
              <a:gd name="connsiteX16" fmla="*/ 1039825 w 3917568"/>
              <a:gd name="connsiteY16" fmla="*/ 1666539 h 1666539"/>
              <a:gd name="connsiteX17" fmla="*/ 277762 w 3917568"/>
              <a:gd name="connsiteY17" fmla="*/ 1666539 h 1666539"/>
              <a:gd name="connsiteX18" fmla="*/ 0 w 3917568"/>
              <a:gd name="connsiteY18" fmla="*/ 1388777 h 1666539"/>
              <a:gd name="connsiteX19" fmla="*/ 0 w 3917568"/>
              <a:gd name="connsiteY19" fmla="*/ 811049 h 1666539"/>
              <a:gd name="connsiteX20" fmla="*/ 0 w 3917568"/>
              <a:gd name="connsiteY20" fmla="*/ 277762 h 166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17568" h="1666539" fill="none" extrusionOk="0">
                <a:moveTo>
                  <a:pt x="0" y="277762"/>
                </a:moveTo>
                <a:cubicBezTo>
                  <a:pt x="19478" y="162924"/>
                  <a:pt x="101260" y="12181"/>
                  <a:pt x="277762" y="0"/>
                </a:cubicBezTo>
                <a:cubicBezTo>
                  <a:pt x="449486" y="-69805"/>
                  <a:pt x="610733" y="41663"/>
                  <a:pt x="871723" y="0"/>
                </a:cubicBezTo>
                <a:cubicBezTo>
                  <a:pt x="1132713" y="-41663"/>
                  <a:pt x="1200822" y="54664"/>
                  <a:pt x="1331202" y="0"/>
                </a:cubicBezTo>
                <a:cubicBezTo>
                  <a:pt x="1461582" y="-54664"/>
                  <a:pt x="1622081" y="39015"/>
                  <a:pt x="1891543" y="0"/>
                </a:cubicBezTo>
                <a:cubicBezTo>
                  <a:pt x="2161005" y="-39015"/>
                  <a:pt x="2222138" y="769"/>
                  <a:pt x="2384643" y="0"/>
                </a:cubicBezTo>
                <a:cubicBezTo>
                  <a:pt x="2547148" y="-769"/>
                  <a:pt x="2782072" y="5788"/>
                  <a:pt x="2978604" y="0"/>
                </a:cubicBezTo>
                <a:cubicBezTo>
                  <a:pt x="3175136" y="-5788"/>
                  <a:pt x="3355606" y="38022"/>
                  <a:pt x="3639806" y="0"/>
                </a:cubicBezTo>
                <a:cubicBezTo>
                  <a:pt x="3780792" y="38715"/>
                  <a:pt x="3910336" y="101584"/>
                  <a:pt x="3917568" y="277762"/>
                </a:cubicBezTo>
                <a:cubicBezTo>
                  <a:pt x="3943154" y="518582"/>
                  <a:pt x="3863862" y="678253"/>
                  <a:pt x="3917568" y="833270"/>
                </a:cubicBezTo>
                <a:cubicBezTo>
                  <a:pt x="3971274" y="988287"/>
                  <a:pt x="3911435" y="1139903"/>
                  <a:pt x="3917568" y="1388777"/>
                </a:cubicBezTo>
                <a:cubicBezTo>
                  <a:pt x="3891823" y="1556617"/>
                  <a:pt x="3805981" y="1701142"/>
                  <a:pt x="3639806" y="1666539"/>
                </a:cubicBezTo>
                <a:cubicBezTo>
                  <a:pt x="3459159" y="1715186"/>
                  <a:pt x="3191012" y="1598071"/>
                  <a:pt x="3012224" y="1666539"/>
                </a:cubicBezTo>
                <a:cubicBezTo>
                  <a:pt x="2833436" y="1735007"/>
                  <a:pt x="2679565" y="1646501"/>
                  <a:pt x="2519125" y="1666539"/>
                </a:cubicBezTo>
                <a:cubicBezTo>
                  <a:pt x="2358685" y="1686577"/>
                  <a:pt x="2186978" y="1615238"/>
                  <a:pt x="2059645" y="1666539"/>
                </a:cubicBezTo>
                <a:cubicBezTo>
                  <a:pt x="1932312" y="1717840"/>
                  <a:pt x="1776011" y="1619560"/>
                  <a:pt x="1566546" y="1666539"/>
                </a:cubicBezTo>
                <a:cubicBezTo>
                  <a:pt x="1357081" y="1713518"/>
                  <a:pt x="1288356" y="1641922"/>
                  <a:pt x="1039825" y="1666539"/>
                </a:cubicBezTo>
                <a:cubicBezTo>
                  <a:pt x="791294" y="1691156"/>
                  <a:pt x="549345" y="1647281"/>
                  <a:pt x="277762" y="1666539"/>
                </a:cubicBezTo>
                <a:cubicBezTo>
                  <a:pt x="99689" y="1691028"/>
                  <a:pt x="12023" y="1544879"/>
                  <a:pt x="0" y="1388777"/>
                </a:cubicBezTo>
                <a:cubicBezTo>
                  <a:pt x="-1737" y="1170103"/>
                  <a:pt x="1518" y="970025"/>
                  <a:pt x="0" y="811049"/>
                </a:cubicBezTo>
                <a:cubicBezTo>
                  <a:pt x="-1518" y="652073"/>
                  <a:pt x="25518" y="393788"/>
                  <a:pt x="0" y="277762"/>
                </a:cubicBezTo>
                <a:close/>
              </a:path>
              <a:path w="3917568" h="1666539" stroke="0" extrusionOk="0">
                <a:moveTo>
                  <a:pt x="0" y="277762"/>
                </a:moveTo>
                <a:cubicBezTo>
                  <a:pt x="-21918" y="110838"/>
                  <a:pt x="101432" y="8605"/>
                  <a:pt x="277762" y="0"/>
                </a:cubicBezTo>
                <a:cubicBezTo>
                  <a:pt x="466306" y="-30587"/>
                  <a:pt x="622716" y="49696"/>
                  <a:pt x="905344" y="0"/>
                </a:cubicBezTo>
                <a:cubicBezTo>
                  <a:pt x="1187972" y="-49696"/>
                  <a:pt x="1291897" y="10844"/>
                  <a:pt x="1432064" y="0"/>
                </a:cubicBezTo>
                <a:cubicBezTo>
                  <a:pt x="1572231" y="-10844"/>
                  <a:pt x="1717395" y="8072"/>
                  <a:pt x="1925164" y="0"/>
                </a:cubicBezTo>
                <a:cubicBezTo>
                  <a:pt x="2132933" y="-8072"/>
                  <a:pt x="2229679" y="49669"/>
                  <a:pt x="2519125" y="0"/>
                </a:cubicBezTo>
                <a:cubicBezTo>
                  <a:pt x="2808571" y="-49669"/>
                  <a:pt x="2914734" y="40634"/>
                  <a:pt x="3045845" y="0"/>
                </a:cubicBezTo>
                <a:cubicBezTo>
                  <a:pt x="3176956" y="-40634"/>
                  <a:pt x="3452075" y="30868"/>
                  <a:pt x="3639806" y="0"/>
                </a:cubicBezTo>
                <a:cubicBezTo>
                  <a:pt x="3789621" y="-34223"/>
                  <a:pt x="3910179" y="134627"/>
                  <a:pt x="3917568" y="277762"/>
                </a:cubicBezTo>
                <a:cubicBezTo>
                  <a:pt x="3975477" y="447519"/>
                  <a:pt x="3890565" y="631549"/>
                  <a:pt x="3917568" y="811049"/>
                </a:cubicBezTo>
                <a:cubicBezTo>
                  <a:pt x="3944571" y="990549"/>
                  <a:pt x="3899437" y="1217217"/>
                  <a:pt x="3917568" y="1388777"/>
                </a:cubicBezTo>
                <a:cubicBezTo>
                  <a:pt x="3928223" y="1558042"/>
                  <a:pt x="3795482" y="1690072"/>
                  <a:pt x="3639806" y="1666539"/>
                </a:cubicBezTo>
                <a:cubicBezTo>
                  <a:pt x="3438437" y="1714174"/>
                  <a:pt x="3409224" y="1646808"/>
                  <a:pt x="3180327" y="1666539"/>
                </a:cubicBezTo>
                <a:cubicBezTo>
                  <a:pt x="2951430" y="1686270"/>
                  <a:pt x="2747323" y="1617566"/>
                  <a:pt x="2552745" y="1666539"/>
                </a:cubicBezTo>
                <a:cubicBezTo>
                  <a:pt x="2358167" y="1715512"/>
                  <a:pt x="2295879" y="1609000"/>
                  <a:pt x="2059645" y="1666539"/>
                </a:cubicBezTo>
                <a:cubicBezTo>
                  <a:pt x="1823411" y="1724078"/>
                  <a:pt x="1769435" y="1602317"/>
                  <a:pt x="1499305" y="1666539"/>
                </a:cubicBezTo>
                <a:cubicBezTo>
                  <a:pt x="1229175" y="1730761"/>
                  <a:pt x="1082412" y="1639821"/>
                  <a:pt x="871723" y="1666539"/>
                </a:cubicBezTo>
                <a:cubicBezTo>
                  <a:pt x="661034" y="1693257"/>
                  <a:pt x="565229" y="1603770"/>
                  <a:pt x="277762" y="1666539"/>
                </a:cubicBezTo>
                <a:cubicBezTo>
                  <a:pt x="113155" y="1686570"/>
                  <a:pt x="19990" y="1557035"/>
                  <a:pt x="0" y="1388777"/>
                </a:cubicBezTo>
                <a:cubicBezTo>
                  <a:pt x="-1039" y="1156647"/>
                  <a:pt x="13077" y="1014643"/>
                  <a:pt x="0" y="855490"/>
                </a:cubicBezTo>
                <a:cubicBezTo>
                  <a:pt x="-13077" y="696337"/>
                  <a:pt x="654" y="528819"/>
                  <a:pt x="0" y="277762"/>
                </a:cubicBezTo>
                <a:close/>
              </a:path>
            </a:pathLst>
          </a:custGeom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56DA7FD-34EF-AFF8-3581-BDA0F39C00F7}"/>
              </a:ext>
            </a:extLst>
          </p:cNvPr>
          <p:cNvSpPr/>
          <p:nvPr/>
        </p:nvSpPr>
        <p:spPr>
          <a:xfrm>
            <a:off x="729732" y="3288257"/>
            <a:ext cx="4012598" cy="1734667"/>
          </a:xfrm>
          <a:custGeom>
            <a:avLst/>
            <a:gdLst>
              <a:gd name="connsiteX0" fmla="*/ 0 w 4012598"/>
              <a:gd name="connsiteY0" fmla="*/ 289117 h 1734667"/>
              <a:gd name="connsiteX1" fmla="*/ 289117 w 4012598"/>
              <a:gd name="connsiteY1" fmla="*/ 0 h 1734667"/>
              <a:gd name="connsiteX2" fmla="*/ 895855 w 4012598"/>
              <a:gd name="connsiteY2" fmla="*/ 0 h 1734667"/>
              <a:gd name="connsiteX3" fmla="*/ 1365218 w 4012598"/>
              <a:gd name="connsiteY3" fmla="*/ 0 h 1734667"/>
              <a:gd name="connsiteX4" fmla="*/ 1937612 w 4012598"/>
              <a:gd name="connsiteY4" fmla="*/ 0 h 1734667"/>
              <a:gd name="connsiteX5" fmla="*/ 2441318 w 4012598"/>
              <a:gd name="connsiteY5" fmla="*/ 0 h 1734667"/>
              <a:gd name="connsiteX6" fmla="*/ 3048056 w 4012598"/>
              <a:gd name="connsiteY6" fmla="*/ 0 h 1734667"/>
              <a:gd name="connsiteX7" fmla="*/ 3723481 w 4012598"/>
              <a:gd name="connsiteY7" fmla="*/ 0 h 1734667"/>
              <a:gd name="connsiteX8" fmla="*/ 4012598 w 4012598"/>
              <a:gd name="connsiteY8" fmla="*/ 289117 h 1734667"/>
              <a:gd name="connsiteX9" fmla="*/ 4012598 w 4012598"/>
              <a:gd name="connsiteY9" fmla="*/ 867334 h 1734667"/>
              <a:gd name="connsiteX10" fmla="*/ 4012598 w 4012598"/>
              <a:gd name="connsiteY10" fmla="*/ 1445550 h 1734667"/>
              <a:gd name="connsiteX11" fmla="*/ 3723481 w 4012598"/>
              <a:gd name="connsiteY11" fmla="*/ 1734667 h 1734667"/>
              <a:gd name="connsiteX12" fmla="*/ 3082400 w 4012598"/>
              <a:gd name="connsiteY12" fmla="*/ 1734667 h 1734667"/>
              <a:gd name="connsiteX13" fmla="*/ 2578693 w 4012598"/>
              <a:gd name="connsiteY13" fmla="*/ 1734667 h 1734667"/>
              <a:gd name="connsiteX14" fmla="*/ 2109330 w 4012598"/>
              <a:gd name="connsiteY14" fmla="*/ 1734667 h 1734667"/>
              <a:gd name="connsiteX15" fmla="*/ 1605623 w 4012598"/>
              <a:gd name="connsiteY15" fmla="*/ 1734667 h 1734667"/>
              <a:gd name="connsiteX16" fmla="*/ 1067573 w 4012598"/>
              <a:gd name="connsiteY16" fmla="*/ 1734667 h 1734667"/>
              <a:gd name="connsiteX17" fmla="*/ 289117 w 4012598"/>
              <a:gd name="connsiteY17" fmla="*/ 1734667 h 1734667"/>
              <a:gd name="connsiteX18" fmla="*/ 0 w 4012598"/>
              <a:gd name="connsiteY18" fmla="*/ 1445550 h 1734667"/>
              <a:gd name="connsiteX19" fmla="*/ 0 w 4012598"/>
              <a:gd name="connsiteY19" fmla="*/ 844205 h 1734667"/>
              <a:gd name="connsiteX20" fmla="*/ 0 w 4012598"/>
              <a:gd name="connsiteY20" fmla="*/ 289117 h 173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12598" h="1734667" fill="none" extrusionOk="0">
                <a:moveTo>
                  <a:pt x="0" y="289117"/>
                </a:moveTo>
                <a:cubicBezTo>
                  <a:pt x="2932" y="135247"/>
                  <a:pt x="120476" y="4728"/>
                  <a:pt x="289117" y="0"/>
                </a:cubicBezTo>
                <a:cubicBezTo>
                  <a:pt x="464782" y="-63906"/>
                  <a:pt x="764380" y="28257"/>
                  <a:pt x="895855" y="0"/>
                </a:cubicBezTo>
                <a:cubicBezTo>
                  <a:pt x="1027330" y="-28257"/>
                  <a:pt x="1136854" y="1027"/>
                  <a:pt x="1365218" y="0"/>
                </a:cubicBezTo>
                <a:cubicBezTo>
                  <a:pt x="1593582" y="-1027"/>
                  <a:pt x="1780305" y="48665"/>
                  <a:pt x="1937612" y="0"/>
                </a:cubicBezTo>
                <a:cubicBezTo>
                  <a:pt x="2094919" y="-48665"/>
                  <a:pt x="2190110" y="43835"/>
                  <a:pt x="2441318" y="0"/>
                </a:cubicBezTo>
                <a:cubicBezTo>
                  <a:pt x="2692526" y="-43835"/>
                  <a:pt x="2811579" y="50019"/>
                  <a:pt x="3048056" y="0"/>
                </a:cubicBezTo>
                <a:cubicBezTo>
                  <a:pt x="3284533" y="-50019"/>
                  <a:pt x="3503998" y="24434"/>
                  <a:pt x="3723481" y="0"/>
                </a:cubicBezTo>
                <a:cubicBezTo>
                  <a:pt x="3878700" y="13892"/>
                  <a:pt x="4003495" y="100774"/>
                  <a:pt x="4012598" y="289117"/>
                </a:cubicBezTo>
                <a:cubicBezTo>
                  <a:pt x="4028962" y="422626"/>
                  <a:pt x="3995843" y="704319"/>
                  <a:pt x="4012598" y="867334"/>
                </a:cubicBezTo>
                <a:cubicBezTo>
                  <a:pt x="4029353" y="1030349"/>
                  <a:pt x="3968506" y="1300163"/>
                  <a:pt x="4012598" y="1445550"/>
                </a:cubicBezTo>
                <a:cubicBezTo>
                  <a:pt x="4001669" y="1611353"/>
                  <a:pt x="3893627" y="1763037"/>
                  <a:pt x="3723481" y="1734667"/>
                </a:cubicBezTo>
                <a:cubicBezTo>
                  <a:pt x="3433257" y="1790577"/>
                  <a:pt x="3268930" y="1672531"/>
                  <a:pt x="3082400" y="1734667"/>
                </a:cubicBezTo>
                <a:cubicBezTo>
                  <a:pt x="2895870" y="1796803"/>
                  <a:pt x="2692979" y="1728786"/>
                  <a:pt x="2578693" y="1734667"/>
                </a:cubicBezTo>
                <a:cubicBezTo>
                  <a:pt x="2464407" y="1740548"/>
                  <a:pt x="2292016" y="1719437"/>
                  <a:pt x="2109330" y="1734667"/>
                </a:cubicBezTo>
                <a:cubicBezTo>
                  <a:pt x="1926644" y="1749897"/>
                  <a:pt x="1711442" y="1714275"/>
                  <a:pt x="1605623" y="1734667"/>
                </a:cubicBezTo>
                <a:cubicBezTo>
                  <a:pt x="1499804" y="1755059"/>
                  <a:pt x="1228338" y="1684767"/>
                  <a:pt x="1067573" y="1734667"/>
                </a:cubicBezTo>
                <a:cubicBezTo>
                  <a:pt x="906808" y="1784567"/>
                  <a:pt x="663211" y="1728956"/>
                  <a:pt x="289117" y="1734667"/>
                </a:cubicBezTo>
                <a:cubicBezTo>
                  <a:pt x="119984" y="1744056"/>
                  <a:pt x="33592" y="1612764"/>
                  <a:pt x="0" y="1445550"/>
                </a:cubicBezTo>
                <a:cubicBezTo>
                  <a:pt x="-14899" y="1257601"/>
                  <a:pt x="33852" y="1051229"/>
                  <a:pt x="0" y="844205"/>
                </a:cubicBezTo>
                <a:cubicBezTo>
                  <a:pt x="-33852" y="637181"/>
                  <a:pt x="36229" y="452114"/>
                  <a:pt x="0" y="289117"/>
                </a:cubicBezTo>
                <a:close/>
              </a:path>
              <a:path w="4012598" h="1734667" stroke="0" extrusionOk="0">
                <a:moveTo>
                  <a:pt x="0" y="289117"/>
                </a:moveTo>
                <a:cubicBezTo>
                  <a:pt x="-14843" y="120287"/>
                  <a:pt x="104327" y="9426"/>
                  <a:pt x="289117" y="0"/>
                </a:cubicBezTo>
                <a:cubicBezTo>
                  <a:pt x="520737" y="-28247"/>
                  <a:pt x="639424" y="65363"/>
                  <a:pt x="930198" y="0"/>
                </a:cubicBezTo>
                <a:cubicBezTo>
                  <a:pt x="1220972" y="-65363"/>
                  <a:pt x="1252023" y="61820"/>
                  <a:pt x="1468249" y="0"/>
                </a:cubicBezTo>
                <a:cubicBezTo>
                  <a:pt x="1684475" y="-61820"/>
                  <a:pt x="1832019" y="34034"/>
                  <a:pt x="1971955" y="0"/>
                </a:cubicBezTo>
                <a:cubicBezTo>
                  <a:pt x="2111891" y="-34034"/>
                  <a:pt x="2428195" y="50745"/>
                  <a:pt x="2578693" y="0"/>
                </a:cubicBezTo>
                <a:cubicBezTo>
                  <a:pt x="2729191" y="-50745"/>
                  <a:pt x="2962333" y="24955"/>
                  <a:pt x="3116743" y="0"/>
                </a:cubicBezTo>
                <a:cubicBezTo>
                  <a:pt x="3271153" y="-24955"/>
                  <a:pt x="3426555" y="52208"/>
                  <a:pt x="3723481" y="0"/>
                </a:cubicBezTo>
                <a:cubicBezTo>
                  <a:pt x="3878239" y="-46892"/>
                  <a:pt x="4006518" y="137891"/>
                  <a:pt x="4012598" y="289117"/>
                </a:cubicBezTo>
                <a:cubicBezTo>
                  <a:pt x="4032892" y="442466"/>
                  <a:pt x="3953324" y="719789"/>
                  <a:pt x="4012598" y="844205"/>
                </a:cubicBezTo>
                <a:cubicBezTo>
                  <a:pt x="4071872" y="968621"/>
                  <a:pt x="3945128" y="1319157"/>
                  <a:pt x="4012598" y="1445550"/>
                </a:cubicBezTo>
                <a:cubicBezTo>
                  <a:pt x="4016297" y="1610732"/>
                  <a:pt x="3884778" y="1751468"/>
                  <a:pt x="3723481" y="1734667"/>
                </a:cubicBezTo>
                <a:cubicBezTo>
                  <a:pt x="3606734" y="1762921"/>
                  <a:pt x="3483554" y="1734476"/>
                  <a:pt x="3254118" y="1734667"/>
                </a:cubicBezTo>
                <a:cubicBezTo>
                  <a:pt x="3024682" y="1734858"/>
                  <a:pt x="2765735" y="1692916"/>
                  <a:pt x="2613037" y="1734667"/>
                </a:cubicBezTo>
                <a:cubicBezTo>
                  <a:pt x="2460339" y="1776418"/>
                  <a:pt x="2230077" y="1693268"/>
                  <a:pt x="2109330" y="1734667"/>
                </a:cubicBezTo>
                <a:cubicBezTo>
                  <a:pt x="1988583" y="1776066"/>
                  <a:pt x="1664713" y="1729451"/>
                  <a:pt x="1536936" y="1734667"/>
                </a:cubicBezTo>
                <a:cubicBezTo>
                  <a:pt x="1409159" y="1739883"/>
                  <a:pt x="1057227" y="1733753"/>
                  <a:pt x="895855" y="1734667"/>
                </a:cubicBezTo>
                <a:cubicBezTo>
                  <a:pt x="734483" y="1735581"/>
                  <a:pt x="422203" y="1710646"/>
                  <a:pt x="289117" y="1734667"/>
                </a:cubicBezTo>
                <a:cubicBezTo>
                  <a:pt x="113603" y="1762987"/>
                  <a:pt x="21828" y="1621445"/>
                  <a:pt x="0" y="1445550"/>
                </a:cubicBezTo>
                <a:cubicBezTo>
                  <a:pt x="-27577" y="1271109"/>
                  <a:pt x="27574" y="1032907"/>
                  <a:pt x="0" y="890462"/>
                </a:cubicBezTo>
                <a:cubicBezTo>
                  <a:pt x="-27574" y="748017"/>
                  <a:pt x="11024" y="438790"/>
                  <a:pt x="0" y="289117"/>
                </a:cubicBezTo>
                <a:close/>
              </a:path>
            </a:pathLst>
          </a:custGeom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D347A-A99E-9268-75DA-C38FE9AC2A6B}"/>
              </a:ext>
            </a:extLst>
          </p:cNvPr>
          <p:cNvSpPr/>
          <p:nvPr/>
        </p:nvSpPr>
        <p:spPr>
          <a:xfrm>
            <a:off x="1226372" y="3675532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Q1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36276-C655-3FB1-D4AD-781A420E238E}"/>
              </a:ext>
            </a:extLst>
          </p:cNvPr>
          <p:cNvSpPr/>
          <p:nvPr/>
        </p:nvSpPr>
        <p:spPr>
          <a:xfrm>
            <a:off x="8830237" y="3675532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Q2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A28EC-1E93-3328-3DE3-3866D06C278D}"/>
              </a:ext>
            </a:extLst>
          </p:cNvPr>
          <p:cNvSpPr/>
          <p:nvPr/>
        </p:nvSpPr>
        <p:spPr>
          <a:xfrm>
            <a:off x="5065955" y="1453627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merican Typewriter" panose="02090604020004020304" pitchFamily="18" charset="77"/>
              </a:rPr>
              <a:t>N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716A19-1EF9-09B7-7664-08C5E6EEAFE4}"/>
              </a:ext>
            </a:extLst>
          </p:cNvPr>
          <p:cNvCxnSpPr>
            <a:cxnSpLocks/>
          </p:cNvCxnSpPr>
          <p:nvPr/>
        </p:nvCxnSpPr>
        <p:spPr>
          <a:xfrm>
            <a:off x="398931" y="4052050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718885-CB07-8675-92E4-345FC7046ABC}"/>
              </a:ext>
            </a:extLst>
          </p:cNvPr>
          <p:cNvCxnSpPr>
            <a:cxnSpLocks/>
          </p:cNvCxnSpPr>
          <p:nvPr/>
        </p:nvCxnSpPr>
        <p:spPr>
          <a:xfrm flipH="1">
            <a:off x="398931" y="4446497"/>
            <a:ext cx="8274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8BF4BC-F620-7C79-64E6-F56880D330D5}"/>
              </a:ext>
            </a:extLst>
          </p:cNvPr>
          <p:cNvCxnSpPr>
            <a:cxnSpLocks/>
          </p:cNvCxnSpPr>
          <p:nvPr/>
        </p:nvCxnSpPr>
        <p:spPr>
          <a:xfrm>
            <a:off x="9946344" y="4052050"/>
            <a:ext cx="84447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2588DF-C027-113E-0245-79695D5F2BDE}"/>
              </a:ext>
            </a:extLst>
          </p:cNvPr>
          <p:cNvCxnSpPr>
            <a:cxnSpLocks/>
          </p:cNvCxnSpPr>
          <p:nvPr/>
        </p:nvCxnSpPr>
        <p:spPr>
          <a:xfrm flipH="1">
            <a:off x="9946344" y="4446497"/>
            <a:ext cx="8274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4F4B0A-9677-E3B3-AC1F-03A354E35A27}"/>
              </a:ext>
            </a:extLst>
          </p:cNvPr>
          <p:cNvCxnSpPr>
            <a:cxnSpLocks/>
          </p:cNvCxnSpPr>
          <p:nvPr/>
        </p:nvCxnSpPr>
        <p:spPr>
          <a:xfrm>
            <a:off x="4545106" y="1748566"/>
            <a:ext cx="618565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8FF0F6E-81E8-3F6E-9074-C12DAFB26C7A}"/>
              </a:ext>
            </a:extLst>
          </p:cNvPr>
          <p:cNvCxnSpPr>
            <a:cxnSpLocks/>
          </p:cNvCxnSpPr>
          <p:nvPr/>
        </p:nvCxnSpPr>
        <p:spPr>
          <a:xfrm flipH="1">
            <a:off x="4450976" y="2143013"/>
            <a:ext cx="61497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87DBE5-DBE3-B642-6C33-A40B9DF7A8C3}"/>
              </a:ext>
            </a:extLst>
          </p:cNvPr>
          <p:cNvCxnSpPr>
            <a:cxnSpLocks/>
          </p:cNvCxnSpPr>
          <p:nvPr/>
        </p:nvCxnSpPr>
        <p:spPr>
          <a:xfrm>
            <a:off x="6182062" y="1762461"/>
            <a:ext cx="58180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F05C2A-D959-30D9-8425-7D5C02088690}"/>
              </a:ext>
            </a:extLst>
          </p:cNvPr>
          <p:cNvCxnSpPr>
            <a:cxnSpLocks/>
          </p:cNvCxnSpPr>
          <p:nvPr/>
        </p:nvCxnSpPr>
        <p:spPr>
          <a:xfrm flipH="1">
            <a:off x="6096000" y="2174838"/>
            <a:ext cx="66787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39624E-9B9E-B466-2FF7-F96DAA6CB695}"/>
              </a:ext>
            </a:extLst>
          </p:cNvPr>
          <p:cNvCxnSpPr>
            <a:cxnSpLocks/>
          </p:cNvCxnSpPr>
          <p:nvPr/>
        </p:nvCxnSpPr>
        <p:spPr>
          <a:xfrm>
            <a:off x="5888915" y="981635"/>
            <a:ext cx="0" cy="579568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0B8CAC-26A1-4817-07B7-E9644435C7CC}"/>
              </a:ext>
            </a:extLst>
          </p:cNvPr>
          <p:cNvCxnSpPr>
            <a:cxnSpLocks/>
          </p:cNvCxnSpPr>
          <p:nvPr/>
        </p:nvCxnSpPr>
        <p:spPr>
          <a:xfrm flipV="1">
            <a:off x="5395855" y="874059"/>
            <a:ext cx="0" cy="57060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D3DE86-52B4-FA98-980D-A10A162E3552}"/>
              </a:ext>
            </a:extLst>
          </p:cNvPr>
          <p:cNvCxnSpPr>
            <a:cxnSpLocks/>
          </p:cNvCxnSpPr>
          <p:nvPr/>
        </p:nvCxnSpPr>
        <p:spPr>
          <a:xfrm>
            <a:off x="1989270" y="2992422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E41DD79-87B9-1995-DE2F-9CD509926171}"/>
              </a:ext>
            </a:extLst>
          </p:cNvPr>
          <p:cNvCxnSpPr>
            <a:cxnSpLocks/>
          </p:cNvCxnSpPr>
          <p:nvPr/>
        </p:nvCxnSpPr>
        <p:spPr>
          <a:xfrm flipV="1">
            <a:off x="1541930" y="2992422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B10CA8-ADE3-8FDF-882A-4C9A50322929}"/>
              </a:ext>
            </a:extLst>
          </p:cNvPr>
          <p:cNvCxnSpPr>
            <a:cxnSpLocks/>
          </p:cNvCxnSpPr>
          <p:nvPr/>
        </p:nvCxnSpPr>
        <p:spPr>
          <a:xfrm>
            <a:off x="9632578" y="2992422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855AF8-6E62-3C7A-CD6E-6125BFC4A01F}"/>
              </a:ext>
            </a:extLst>
          </p:cNvPr>
          <p:cNvCxnSpPr>
            <a:cxnSpLocks/>
          </p:cNvCxnSpPr>
          <p:nvPr/>
        </p:nvCxnSpPr>
        <p:spPr>
          <a:xfrm flipV="1">
            <a:off x="9185238" y="2992422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270048-0E6B-E49A-77D6-989FAE4D4A6C}"/>
              </a:ext>
            </a:extLst>
          </p:cNvPr>
          <p:cNvGrpSpPr/>
          <p:nvPr/>
        </p:nvGrpSpPr>
        <p:grpSpPr>
          <a:xfrm>
            <a:off x="2286003" y="3060106"/>
            <a:ext cx="6641950" cy="1788458"/>
            <a:chOff x="2380132" y="3859755"/>
            <a:chExt cx="6641950" cy="178845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990C020-0983-DCAF-5D48-0C213CF5B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0132" y="5246146"/>
              <a:ext cx="900951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41A96D8-4687-17E5-7A07-3AA95028AABB}"/>
                </a:ext>
              </a:extLst>
            </p:cNvPr>
            <p:cNvCxnSpPr>
              <a:cxnSpLocks/>
            </p:cNvCxnSpPr>
            <p:nvPr/>
          </p:nvCxnSpPr>
          <p:spPr>
            <a:xfrm>
              <a:off x="8177607" y="4851699"/>
              <a:ext cx="844475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39B705F-313E-4D0E-CC9D-0337FBC90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1747" y="5246146"/>
              <a:ext cx="782619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5AB933-5649-1F9C-8B21-DAEB300FC7A8}"/>
                </a:ext>
              </a:extLst>
            </p:cNvPr>
            <p:cNvSpPr/>
            <p:nvPr/>
          </p:nvSpPr>
          <p:spPr>
            <a:xfrm>
              <a:off x="3287358" y="454286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latin typeface="American Typewriter" panose="02090604020004020304" pitchFamily="18" charset="77"/>
                </a:rPr>
                <a:t>P1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87911C-D83B-117B-6DE7-08420196F14B}"/>
                </a:ext>
              </a:extLst>
            </p:cNvPr>
            <p:cNvSpPr/>
            <p:nvPr/>
          </p:nvSpPr>
          <p:spPr>
            <a:xfrm>
              <a:off x="5150224" y="454286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latin typeface="American Typewriter" panose="02090604020004020304" pitchFamily="18" charset="77"/>
                </a:rPr>
                <a:t>AT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28BABA-5964-932E-3290-1B189D199598}"/>
                </a:ext>
              </a:extLst>
            </p:cNvPr>
            <p:cNvSpPr/>
            <p:nvPr/>
          </p:nvSpPr>
          <p:spPr>
            <a:xfrm>
              <a:off x="7013090" y="454286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latin typeface="American Typewriter" panose="02090604020004020304" pitchFamily="18" charset="77"/>
                </a:rPr>
                <a:t>Q2</a:t>
              </a:r>
              <a:endParaRPr lang="en-US" sz="48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55D809E-1FFE-29F9-D4DE-F7AFE23E0E59}"/>
                </a:ext>
              </a:extLst>
            </p:cNvPr>
            <p:cNvCxnSpPr>
              <a:cxnSpLocks/>
            </p:cNvCxnSpPr>
            <p:nvPr/>
          </p:nvCxnSpPr>
          <p:spPr>
            <a:xfrm>
              <a:off x="4403465" y="4960621"/>
              <a:ext cx="844475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570DD3C-B813-8111-6CDE-88D1E0360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3465" y="5355068"/>
              <a:ext cx="827441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62077C-8AB5-4046-0782-F8E108C5E3E4}"/>
                </a:ext>
              </a:extLst>
            </p:cNvPr>
            <p:cNvCxnSpPr>
              <a:cxnSpLocks/>
            </p:cNvCxnSpPr>
            <p:nvPr/>
          </p:nvCxnSpPr>
          <p:spPr>
            <a:xfrm>
              <a:off x="6266331" y="4960621"/>
              <a:ext cx="844475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A442179-76F7-BD17-974D-81E1899DD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6331" y="5355068"/>
              <a:ext cx="827441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C734F48-3919-6DB0-9785-D9155F781D48}"/>
                </a:ext>
              </a:extLst>
            </p:cNvPr>
            <p:cNvCxnSpPr>
              <a:cxnSpLocks/>
            </p:cNvCxnSpPr>
            <p:nvPr/>
          </p:nvCxnSpPr>
          <p:spPr>
            <a:xfrm>
              <a:off x="4110318" y="3859755"/>
              <a:ext cx="0" cy="683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113115A-F0C6-7A0C-9069-80CD2BD65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2978" y="3859755"/>
              <a:ext cx="0" cy="674146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459B629-86B1-0C88-87B8-323CF57FA248}"/>
                </a:ext>
              </a:extLst>
            </p:cNvPr>
            <p:cNvCxnSpPr>
              <a:cxnSpLocks/>
            </p:cNvCxnSpPr>
            <p:nvPr/>
          </p:nvCxnSpPr>
          <p:spPr>
            <a:xfrm>
              <a:off x="5924774" y="3859755"/>
              <a:ext cx="0" cy="683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A157412-7FD4-D837-AC8D-D0DAD98BD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434" y="3859755"/>
              <a:ext cx="0" cy="674146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7CE33A7-316E-27F8-B46C-4A7D83097707}"/>
                </a:ext>
              </a:extLst>
            </p:cNvPr>
            <p:cNvCxnSpPr>
              <a:cxnSpLocks/>
            </p:cNvCxnSpPr>
            <p:nvPr/>
          </p:nvCxnSpPr>
          <p:spPr>
            <a:xfrm>
              <a:off x="7808260" y="3985262"/>
              <a:ext cx="0" cy="683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FD8764D-953C-8EEF-93F3-19634E8F3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0920" y="3985262"/>
              <a:ext cx="0" cy="674146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7063232-6607-6873-C04C-0F0C10742255}"/>
                </a:ext>
              </a:extLst>
            </p:cNvPr>
            <p:cNvCxnSpPr>
              <a:cxnSpLocks/>
            </p:cNvCxnSpPr>
            <p:nvPr/>
          </p:nvCxnSpPr>
          <p:spPr>
            <a:xfrm>
              <a:off x="2436608" y="4851699"/>
              <a:ext cx="952051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F10D65-1EA9-0737-7BF9-272B43883824}"/>
                  </a:ext>
                </a:extLst>
              </p:cNvPr>
              <p:cNvSpPr txBox="1"/>
              <p:nvPr/>
            </p:nvSpPr>
            <p:spPr>
              <a:xfrm>
                <a:off x="398931" y="5525838"/>
                <a:ext cx="4632958" cy="9167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(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) </m:t>
                      </m:r>
                    </m:oMath>
                  </m:oMathPara>
                </a14:m>
                <a:endParaRPr lang="en-US" sz="40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F10D65-1EA9-0737-7BF9-272B43883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31" y="5525838"/>
                <a:ext cx="4632958" cy="916726"/>
              </a:xfrm>
              <a:prstGeom prst="rect">
                <a:avLst/>
              </a:prstGeom>
              <a:blipFill>
                <a:blip r:embed="rId2"/>
                <a:stretch>
                  <a:fillRect t="-14865" r="-3014" b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B4E69C2-25D7-DB1F-BB79-EF5D23F95893}"/>
                  </a:ext>
                </a:extLst>
              </p:cNvPr>
              <p:cNvSpPr txBox="1"/>
              <p:nvPr/>
            </p:nvSpPr>
            <p:spPr>
              <a:xfrm>
                <a:off x="6190131" y="5569764"/>
                <a:ext cx="4632958" cy="9167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)</m:t>
                      </m:r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 </m:t>
                      </m:r>
                    </m:oMath>
                  </m:oMathPara>
                </a14:m>
                <a:endParaRPr lang="en-US" sz="40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B4E69C2-25D7-DB1F-BB79-EF5D23F95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131" y="5569764"/>
                <a:ext cx="4632958" cy="916726"/>
              </a:xfrm>
              <a:prstGeom prst="rect">
                <a:avLst/>
              </a:prstGeom>
              <a:blipFill>
                <a:blip r:embed="rId3"/>
                <a:stretch>
                  <a:fillRect l="-3552" t="-16438" r="-2732" b="-27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E4069BA-D9AC-0426-2E7D-E96BC5CA8BFC}"/>
              </a:ext>
            </a:extLst>
          </p:cNvPr>
          <p:cNvSpPr txBox="1"/>
          <p:nvPr/>
        </p:nvSpPr>
        <p:spPr>
          <a:xfrm>
            <a:off x="5075368" y="5481468"/>
            <a:ext cx="641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KG Ten Thousand Reasons" panose="02000000000000000000" pitchFamily="2" charset="77"/>
              </a:rPr>
              <a:t>=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1FE8A27-A7E8-8FFD-265E-F86AC13F49DA}"/>
              </a:ext>
            </a:extLst>
          </p:cNvPr>
          <p:cNvSpPr/>
          <p:nvPr/>
        </p:nvSpPr>
        <p:spPr>
          <a:xfrm>
            <a:off x="6190131" y="5291872"/>
            <a:ext cx="2859740" cy="1492624"/>
          </a:xfrm>
          <a:custGeom>
            <a:avLst/>
            <a:gdLst>
              <a:gd name="connsiteX0" fmla="*/ 0 w 2859740"/>
              <a:gd name="connsiteY0" fmla="*/ 746312 h 1492624"/>
              <a:gd name="connsiteX1" fmla="*/ 1429870 w 2859740"/>
              <a:gd name="connsiteY1" fmla="*/ 0 h 1492624"/>
              <a:gd name="connsiteX2" fmla="*/ 2859740 w 2859740"/>
              <a:gd name="connsiteY2" fmla="*/ 746312 h 1492624"/>
              <a:gd name="connsiteX3" fmla="*/ 1429870 w 2859740"/>
              <a:gd name="connsiteY3" fmla="*/ 1492624 h 1492624"/>
              <a:gd name="connsiteX4" fmla="*/ 0 w 2859740"/>
              <a:gd name="connsiteY4" fmla="*/ 746312 h 149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9740" h="1492624" extrusionOk="0">
                <a:moveTo>
                  <a:pt x="0" y="746312"/>
                </a:moveTo>
                <a:cubicBezTo>
                  <a:pt x="-120024" y="260101"/>
                  <a:pt x="585385" y="20564"/>
                  <a:pt x="1429870" y="0"/>
                </a:cubicBezTo>
                <a:cubicBezTo>
                  <a:pt x="2289320" y="14685"/>
                  <a:pt x="2850590" y="334426"/>
                  <a:pt x="2859740" y="746312"/>
                </a:cubicBezTo>
                <a:cubicBezTo>
                  <a:pt x="2749563" y="1266083"/>
                  <a:pt x="2197601" y="1614028"/>
                  <a:pt x="1429870" y="1492624"/>
                </a:cubicBezTo>
                <a:cubicBezTo>
                  <a:pt x="593927" y="1467321"/>
                  <a:pt x="38870" y="1177061"/>
                  <a:pt x="0" y="746312"/>
                </a:cubicBezTo>
                <a:close/>
              </a:path>
            </a:pathLst>
          </a:custGeom>
          <a:noFill/>
          <a:ln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88F4D2-5D3B-628C-12A0-3F0478A2BAB9}"/>
              </a:ext>
            </a:extLst>
          </p:cNvPr>
          <p:cNvCxnSpPr>
            <a:cxnSpLocks/>
          </p:cNvCxnSpPr>
          <p:nvPr/>
        </p:nvCxnSpPr>
        <p:spPr>
          <a:xfrm>
            <a:off x="8884922" y="6474338"/>
            <a:ext cx="1938167" cy="138914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16B83AA-088A-8887-0E6A-75FBDF2057B0}"/>
              </a:ext>
            </a:extLst>
          </p:cNvPr>
          <p:cNvSpPr txBox="1"/>
          <p:nvPr/>
        </p:nvSpPr>
        <p:spPr>
          <a:xfrm>
            <a:off x="10823089" y="6176479"/>
            <a:ext cx="139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Composed Protocol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804D40F-61B3-01EE-058C-797A71B3B16E}"/>
              </a:ext>
            </a:extLst>
          </p:cNvPr>
          <p:cNvCxnSpPr>
            <a:cxnSpLocks/>
          </p:cNvCxnSpPr>
          <p:nvPr/>
        </p:nvCxnSpPr>
        <p:spPr>
          <a:xfrm flipV="1">
            <a:off x="1110503" y="1881241"/>
            <a:ext cx="247876" cy="140701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8AC15B0-2873-6035-1742-FD702126BC29}"/>
              </a:ext>
            </a:extLst>
          </p:cNvPr>
          <p:cNvSpPr txBox="1"/>
          <p:nvPr/>
        </p:nvSpPr>
        <p:spPr>
          <a:xfrm>
            <a:off x="623528" y="1561203"/>
            <a:ext cx="219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Composed Party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341EC8-9F85-8F64-D677-554887CA5A1B}"/>
              </a:ext>
            </a:extLst>
          </p:cNvPr>
          <p:cNvCxnSpPr>
            <a:cxnSpLocks/>
          </p:cNvCxnSpPr>
          <p:nvPr/>
        </p:nvCxnSpPr>
        <p:spPr>
          <a:xfrm flipH="1" flipV="1">
            <a:off x="9914551" y="1984243"/>
            <a:ext cx="278800" cy="136577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D0AC28E-CC74-4AD1-673D-F873C6523156}"/>
              </a:ext>
            </a:extLst>
          </p:cNvPr>
          <p:cNvSpPr txBox="1"/>
          <p:nvPr/>
        </p:nvSpPr>
        <p:spPr>
          <a:xfrm>
            <a:off x="8720451" y="1589797"/>
            <a:ext cx="219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Composed Party</a:t>
            </a:r>
          </a:p>
        </p:txBody>
      </p:sp>
    </p:spTree>
    <p:extLst>
      <p:ext uri="{BB962C8B-B14F-4D97-AF65-F5344CB8AC3E}">
        <p14:creationId xmlns:p14="http://schemas.microsoft.com/office/powerpoint/2010/main" val="3408449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pezoid 15">
            <a:extLst>
              <a:ext uri="{FF2B5EF4-FFF2-40B4-BE49-F238E27FC236}">
                <a16:creationId xmlns:a16="http://schemas.microsoft.com/office/drawing/2014/main" id="{4BD79E70-DA5B-1E9A-D39A-7C9A56B13208}"/>
              </a:ext>
            </a:extLst>
          </p:cNvPr>
          <p:cNvSpPr/>
          <p:nvPr/>
        </p:nvSpPr>
        <p:spPr>
          <a:xfrm>
            <a:off x="519996" y="2008051"/>
            <a:ext cx="5766092" cy="1219243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Bradley Hand" pitchFamily="2" charset="77"/>
                <a:cs typeface="Calibri" panose="020F0502020204030204" pitchFamily="34" charset="0"/>
              </a:rPr>
              <a:t>U</a:t>
            </a:r>
            <a:endParaRPr lang="en-US" dirty="0">
              <a:latin typeface="Bradley Hand" pitchFamily="2" charset="77"/>
              <a:cs typeface="Calibri" panose="020F050202020403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CFAEF7-B058-D7FE-4433-9DC09BB107EE}"/>
              </a:ext>
            </a:extLst>
          </p:cNvPr>
          <p:cNvCxnSpPr>
            <a:cxnSpLocks/>
          </p:cNvCxnSpPr>
          <p:nvPr/>
        </p:nvCxnSpPr>
        <p:spPr>
          <a:xfrm>
            <a:off x="3948991" y="3227295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7D73A4-493D-C7E3-5F54-B8D9237496C3}"/>
              </a:ext>
            </a:extLst>
          </p:cNvPr>
          <p:cNvCxnSpPr>
            <a:cxnSpLocks/>
          </p:cNvCxnSpPr>
          <p:nvPr/>
        </p:nvCxnSpPr>
        <p:spPr>
          <a:xfrm flipV="1">
            <a:off x="3447861" y="3064136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CD2F17-057C-DFC9-05BB-5B014380B626}"/>
              </a:ext>
            </a:extLst>
          </p:cNvPr>
          <p:cNvCxnSpPr>
            <a:cxnSpLocks/>
          </p:cNvCxnSpPr>
          <p:nvPr/>
        </p:nvCxnSpPr>
        <p:spPr>
          <a:xfrm>
            <a:off x="1461284" y="1470210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20A6AC-83F0-FB35-0F42-43AE89726BE1}"/>
              </a:ext>
            </a:extLst>
          </p:cNvPr>
          <p:cNvCxnSpPr>
            <a:cxnSpLocks/>
          </p:cNvCxnSpPr>
          <p:nvPr/>
        </p:nvCxnSpPr>
        <p:spPr>
          <a:xfrm flipV="1">
            <a:off x="1081179" y="1308846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11066C-84EF-0BA3-6131-0CE5EE5293C5}"/>
              </a:ext>
            </a:extLst>
          </p:cNvPr>
          <p:cNvCxnSpPr>
            <a:cxnSpLocks/>
          </p:cNvCxnSpPr>
          <p:nvPr/>
        </p:nvCxnSpPr>
        <p:spPr>
          <a:xfrm>
            <a:off x="2604283" y="1483657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EE7D52-C803-89C3-04F4-40763B952CAA}"/>
              </a:ext>
            </a:extLst>
          </p:cNvPr>
          <p:cNvCxnSpPr>
            <a:cxnSpLocks/>
          </p:cNvCxnSpPr>
          <p:nvPr/>
        </p:nvCxnSpPr>
        <p:spPr>
          <a:xfrm flipV="1">
            <a:off x="2170390" y="1308846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1894AE-CD9B-BE15-8E1A-63D4DADD2DA8}"/>
              </a:ext>
            </a:extLst>
          </p:cNvPr>
          <p:cNvCxnSpPr>
            <a:cxnSpLocks/>
          </p:cNvCxnSpPr>
          <p:nvPr/>
        </p:nvCxnSpPr>
        <p:spPr>
          <a:xfrm>
            <a:off x="3626260" y="1483657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5F0DE0-9CB0-B5A1-CE44-8199C89F6CDE}"/>
              </a:ext>
            </a:extLst>
          </p:cNvPr>
          <p:cNvCxnSpPr>
            <a:cxnSpLocks/>
          </p:cNvCxnSpPr>
          <p:nvPr/>
        </p:nvCxnSpPr>
        <p:spPr>
          <a:xfrm flipV="1">
            <a:off x="3219261" y="1349187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08F7DB-F33A-CFF6-ED52-265384718BBC}"/>
              </a:ext>
            </a:extLst>
          </p:cNvPr>
          <p:cNvCxnSpPr>
            <a:cxnSpLocks/>
          </p:cNvCxnSpPr>
          <p:nvPr/>
        </p:nvCxnSpPr>
        <p:spPr>
          <a:xfrm>
            <a:off x="4661684" y="1523998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01E95F-CADA-F3CC-01EE-461F714DEEEB}"/>
              </a:ext>
            </a:extLst>
          </p:cNvPr>
          <p:cNvCxnSpPr>
            <a:cxnSpLocks/>
          </p:cNvCxnSpPr>
          <p:nvPr/>
        </p:nvCxnSpPr>
        <p:spPr>
          <a:xfrm flipV="1">
            <a:off x="4295026" y="1299882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20868E-8A89-6DB3-3F6E-83B40A9F703E}"/>
              </a:ext>
            </a:extLst>
          </p:cNvPr>
          <p:cNvCxnSpPr>
            <a:cxnSpLocks/>
          </p:cNvCxnSpPr>
          <p:nvPr/>
        </p:nvCxnSpPr>
        <p:spPr>
          <a:xfrm>
            <a:off x="5602976" y="1470210"/>
            <a:ext cx="0" cy="68311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0B60CE-1D89-25E3-A882-BEF2184240B4}"/>
              </a:ext>
            </a:extLst>
          </p:cNvPr>
          <p:cNvCxnSpPr>
            <a:cxnSpLocks/>
          </p:cNvCxnSpPr>
          <p:nvPr/>
        </p:nvCxnSpPr>
        <p:spPr>
          <a:xfrm flipV="1">
            <a:off x="5236320" y="1349187"/>
            <a:ext cx="0" cy="674146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D8251D-EC9F-9F47-0E26-0818AD11D080}"/>
                  </a:ext>
                </a:extLst>
              </p:cNvPr>
              <p:cNvSpPr txBox="1"/>
              <p:nvPr/>
            </p:nvSpPr>
            <p:spPr>
              <a:xfrm>
                <a:off x="7212359" y="3909240"/>
                <a:ext cx="4632958" cy="9167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⋄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0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000" b="0" i="0" smtClean="0">
                          <a:latin typeface="KG Ten Thousand Reasons" panose="02000000000000000000" pitchFamily="2" charset="77"/>
                        </a:rPr>
                        <m:t>  </m:t>
                      </m:r>
                    </m:oMath>
                  </m:oMathPara>
                </a14:m>
                <a:endParaRPr lang="en-US" sz="40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D8251D-EC9F-9F47-0E26-0818AD11D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359" y="3909240"/>
                <a:ext cx="4632958" cy="916726"/>
              </a:xfrm>
              <a:prstGeom prst="rect">
                <a:avLst/>
              </a:prstGeom>
              <a:blipFill>
                <a:blip r:embed="rId2"/>
                <a:stretch>
                  <a:fillRect t="-18919" b="-22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FD8E44D-753E-56E5-0B2B-A18C25C44A1E}"/>
              </a:ext>
            </a:extLst>
          </p:cNvPr>
          <p:cNvSpPr txBox="1"/>
          <p:nvPr/>
        </p:nvSpPr>
        <p:spPr>
          <a:xfrm>
            <a:off x="2937233" y="3789722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N.leak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58DE7-9645-898B-E804-EB147A8A2209}"/>
              </a:ext>
            </a:extLst>
          </p:cNvPr>
          <p:cNvSpPr txBox="1"/>
          <p:nvPr/>
        </p:nvSpPr>
        <p:spPr>
          <a:xfrm>
            <a:off x="3793750" y="3916431"/>
            <a:ext cx="672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N.infl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D77E1-B208-37B8-E29D-BF86209EC5B3}"/>
              </a:ext>
            </a:extLst>
          </p:cNvPr>
          <p:cNvSpPr txBox="1"/>
          <p:nvPr/>
        </p:nvSpPr>
        <p:spPr>
          <a:xfrm>
            <a:off x="346683" y="1041410"/>
            <a:ext cx="918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ST.leak1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D0874-98BD-EFEF-B665-953DA8C62800}"/>
              </a:ext>
            </a:extLst>
          </p:cNvPr>
          <p:cNvSpPr txBox="1"/>
          <p:nvPr/>
        </p:nvSpPr>
        <p:spPr>
          <a:xfrm>
            <a:off x="1100315" y="1154957"/>
            <a:ext cx="856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ST.infl1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C9C34-E0BB-6FF9-7C66-3F51F919A4AB}"/>
              </a:ext>
            </a:extLst>
          </p:cNvPr>
          <p:cNvSpPr txBox="1"/>
          <p:nvPr/>
        </p:nvSpPr>
        <p:spPr>
          <a:xfrm>
            <a:off x="4887306" y="1032446"/>
            <a:ext cx="918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ST.leak2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3E5A5-B33E-228D-07F1-6A00740BCC0F}"/>
              </a:ext>
            </a:extLst>
          </p:cNvPr>
          <p:cNvSpPr txBox="1"/>
          <p:nvPr/>
        </p:nvSpPr>
        <p:spPr>
          <a:xfrm>
            <a:off x="5640938" y="1145993"/>
            <a:ext cx="856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ST.infl2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25497-755D-181F-73AF-E548398F8393}"/>
              </a:ext>
            </a:extLst>
          </p:cNvPr>
          <p:cNvSpPr txBox="1"/>
          <p:nvPr/>
        </p:nvSpPr>
        <p:spPr>
          <a:xfrm>
            <a:off x="1823098" y="976010"/>
            <a:ext cx="940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AT.leak1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85FC54-E7D1-FD4F-F053-DA1A5936EC4B}"/>
              </a:ext>
            </a:extLst>
          </p:cNvPr>
          <p:cNvSpPr txBox="1"/>
          <p:nvPr/>
        </p:nvSpPr>
        <p:spPr>
          <a:xfrm>
            <a:off x="2214917" y="1233365"/>
            <a:ext cx="878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AT.infl1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8C00C-D7AA-06EB-39BD-8E957F71491E}"/>
              </a:ext>
            </a:extLst>
          </p:cNvPr>
          <p:cNvSpPr txBox="1"/>
          <p:nvPr/>
        </p:nvSpPr>
        <p:spPr>
          <a:xfrm>
            <a:off x="2943125" y="1001221"/>
            <a:ext cx="826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AT.leak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B0C0B1-99F2-EBD7-9490-EBA5CB0FE875}"/>
              </a:ext>
            </a:extLst>
          </p:cNvPr>
          <p:cNvSpPr txBox="1"/>
          <p:nvPr/>
        </p:nvSpPr>
        <p:spPr>
          <a:xfrm>
            <a:off x="3334944" y="1258576"/>
            <a:ext cx="764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merican Typewriter" panose="02090604020004020304" pitchFamily="18" charset="77"/>
              </a:rPr>
              <a:t>AT.infl</a:t>
            </a:r>
            <a:endParaRPr lang="en-US" sz="1400" dirty="0">
              <a:latin typeface="American Typewriter" panose="02090604020004020304" pitchFamily="18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197B2A-8A60-F67F-A76D-C5B769802CDB}"/>
              </a:ext>
            </a:extLst>
          </p:cNvPr>
          <p:cNvSpPr txBox="1"/>
          <p:nvPr/>
        </p:nvSpPr>
        <p:spPr>
          <a:xfrm>
            <a:off x="3940967" y="995195"/>
            <a:ext cx="940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AT.leak2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B29B7-7EC3-A7D3-4B46-34A9A7AF45C0}"/>
              </a:ext>
            </a:extLst>
          </p:cNvPr>
          <p:cNvSpPr txBox="1"/>
          <p:nvPr/>
        </p:nvSpPr>
        <p:spPr>
          <a:xfrm>
            <a:off x="4332786" y="1252550"/>
            <a:ext cx="878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merican Typewriter" panose="02090604020004020304" pitchFamily="18" charset="77"/>
              </a:rPr>
              <a:t>AT.infl2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D90515-6381-13D2-08D0-E5A961AE7CC1}"/>
              </a:ext>
            </a:extLst>
          </p:cNvPr>
          <p:cNvSpPr txBox="1"/>
          <p:nvPr/>
        </p:nvSpPr>
        <p:spPr>
          <a:xfrm>
            <a:off x="98884" y="4984911"/>
            <a:ext cx="65149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Chalk Board" panose="02000500000000000000" pitchFamily="2" charset="0"/>
              </a:rPr>
              <a:t>Security of Composed Protocols: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1A55B7-1428-C10A-20AF-B6A21DDE4027}"/>
              </a:ext>
            </a:extLst>
          </p:cNvPr>
          <p:cNvSpPr txBox="1"/>
          <p:nvPr/>
        </p:nvSpPr>
        <p:spPr>
          <a:xfrm>
            <a:off x="4593447" y="5687295"/>
            <a:ext cx="351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Existence of a simulator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BF3BEF-7C07-81D5-1C68-B72EC72189D7}"/>
              </a:ext>
            </a:extLst>
          </p:cNvPr>
          <p:cNvSpPr txBox="1"/>
          <p:nvPr/>
        </p:nvSpPr>
        <p:spPr>
          <a:xfrm>
            <a:off x="7980181" y="5267371"/>
            <a:ext cx="8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Bradley Hand" pitchFamily="2" charset="77"/>
                <a:cs typeface="Calibri" panose="020F0502020204030204" pitchFamily="34" charset="0"/>
              </a:rPr>
              <a:t>U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743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3171E-E30F-78C8-49A5-F23314DB732A}"/>
              </a:ext>
            </a:extLst>
          </p:cNvPr>
          <p:cNvSpPr txBox="1"/>
          <p:nvPr/>
        </p:nvSpPr>
        <p:spPr>
          <a:xfrm>
            <a:off x="640529" y="192993"/>
            <a:ext cx="31806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Chalk Board" panose="02000500000000000000" pitchFamily="2" charset="0"/>
              </a:rPr>
              <a:t>UC Theorem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49CFA-6E40-4B49-7209-DEF0E727179B}"/>
              </a:ext>
            </a:extLst>
          </p:cNvPr>
          <p:cNvSpPr txBox="1"/>
          <p:nvPr/>
        </p:nvSpPr>
        <p:spPr>
          <a:xfrm>
            <a:off x="640529" y="1428243"/>
            <a:ext cx="8185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halk Board" panose="02000500000000000000" pitchFamily="2" charset="0"/>
              </a:rPr>
              <a:t>Let Env be a set of polynomial-time environments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72C770-59C7-589E-90C8-3992266D8F3D}"/>
                  </a:ext>
                </a:extLst>
              </p:cNvPr>
              <p:cNvSpPr txBox="1"/>
              <p:nvPr/>
            </p:nvSpPr>
            <p:spPr>
              <a:xfrm>
                <a:off x="3214790" y="2531850"/>
                <a:ext cx="4446474" cy="972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⋄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72C770-59C7-589E-90C8-3992266D8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790" y="2531850"/>
                <a:ext cx="4446474" cy="972061"/>
              </a:xfrm>
              <a:prstGeom prst="rect">
                <a:avLst/>
              </a:prstGeom>
              <a:blipFill>
                <a:blip r:embed="rId2"/>
                <a:stretch>
                  <a:fillRect l="-284" t="-5195" r="-2841" b="-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67E848-228B-4363-6A87-F65DEFDF77B4}"/>
                  </a:ext>
                </a:extLst>
              </p:cNvPr>
              <p:cNvSpPr txBox="1"/>
              <p:nvPr/>
            </p:nvSpPr>
            <p:spPr>
              <a:xfrm>
                <a:off x="3246166" y="3796987"/>
                <a:ext cx="4981877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⋄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  <a:ea typeface="Ayuthaya" pitchFamily="2" charset="-34"/>
                  <a:cs typeface="Ayuthaya" pitchFamily="2" charset="-34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67E848-228B-4363-6A87-F65DEFDF7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66" y="3796987"/>
                <a:ext cx="4981877" cy="974241"/>
              </a:xfrm>
              <a:prstGeom prst="rect">
                <a:avLst/>
              </a:prstGeom>
              <a:blipFill>
                <a:blip r:embed="rId3"/>
                <a:stretch>
                  <a:fillRect l="-509" t="-5195" r="-2545" b="-44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742D4-17EA-25AF-38EF-82105D3D4DC2}"/>
                  </a:ext>
                </a:extLst>
              </p:cNvPr>
              <p:cNvSpPr txBox="1"/>
              <p:nvPr/>
            </p:nvSpPr>
            <p:spPr>
              <a:xfrm>
                <a:off x="3982251" y="5487746"/>
                <a:ext cx="5717591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⋄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742D4-17EA-25AF-38EF-82105D3D4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51" y="5487746"/>
                <a:ext cx="5717591" cy="974241"/>
              </a:xfrm>
              <a:prstGeom prst="rect">
                <a:avLst/>
              </a:prstGeom>
              <a:blipFill>
                <a:blip r:embed="rId4"/>
                <a:stretch>
                  <a:fillRect l="-222" t="-5195" r="-2217" b="-44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27BDFABD-EE8D-192F-09AF-BD4B3F3ADA65}"/>
              </a:ext>
            </a:extLst>
          </p:cNvPr>
          <p:cNvSpPr/>
          <p:nvPr/>
        </p:nvSpPr>
        <p:spPr>
          <a:xfrm>
            <a:off x="2464028" y="2100640"/>
            <a:ext cx="7005917" cy="30659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-Turn Arrow 7">
            <a:extLst>
              <a:ext uri="{FF2B5EF4-FFF2-40B4-BE49-F238E27FC236}">
                <a16:creationId xmlns:a16="http://schemas.microsoft.com/office/drawing/2014/main" id="{C7EE4443-08A8-DDF6-8034-8A0EC869701A}"/>
              </a:ext>
            </a:extLst>
          </p:cNvPr>
          <p:cNvSpPr/>
          <p:nvPr/>
        </p:nvSpPr>
        <p:spPr>
          <a:xfrm rot="5400000">
            <a:off x="8783159" y="4086847"/>
            <a:ext cx="2795365" cy="1368763"/>
          </a:xfrm>
          <a:prstGeom prst="utur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34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9A24-DC0C-12A8-928A-DC15E43C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2080E-83C9-FB35-9FC4-7285EFA7129C}"/>
              </a:ext>
            </a:extLst>
          </p:cNvPr>
          <p:cNvSpPr txBox="1"/>
          <p:nvPr/>
        </p:nvSpPr>
        <p:spPr>
          <a:xfrm>
            <a:off x="640529" y="192993"/>
            <a:ext cx="31806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Chalk Board" panose="02000500000000000000" pitchFamily="2" charset="0"/>
              </a:rPr>
              <a:t>UC Theorem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30E4-FA4E-9B82-91C5-23D1AD798017}"/>
              </a:ext>
            </a:extLst>
          </p:cNvPr>
          <p:cNvSpPr txBox="1"/>
          <p:nvPr/>
        </p:nvSpPr>
        <p:spPr>
          <a:xfrm>
            <a:off x="640529" y="1428243"/>
            <a:ext cx="102659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halk Board" panose="02000500000000000000" pitchFamily="2" charset="0"/>
              </a:rPr>
              <a:t>Let Env be a set of polynomial-time environments (INTUITION)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874D33-6B4E-28BB-A9BD-5DB6BB69B0BB}"/>
                  </a:ext>
                </a:extLst>
              </p:cNvPr>
              <p:cNvSpPr txBox="1"/>
              <p:nvPr/>
            </p:nvSpPr>
            <p:spPr>
              <a:xfrm>
                <a:off x="3214790" y="2531850"/>
                <a:ext cx="4459298" cy="972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+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874D33-6B4E-28BB-A9BD-5DB6BB69B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790" y="2531850"/>
                <a:ext cx="4459298" cy="972061"/>
              </a:xfrm>
              <a:prstGeom prst="rect">
                <a:avLst/>
              </a:prstGeom>
              <a:blipFill>
                <a:blip r:embed="rId2"/>
                <a:stretch>
                  <a:fillRect l="-283" t="-5195" r="-2833" b="-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5A8328-F393-81D9-889A-6469340E1292}"/>
                  </a:ext>
                </a:extLst>
              </p:cNvPr>
              <p:cNvSpPr txBox="1"/>
              <p:nvPr/>
            </p:nvSpPr>
            <p:spPr>
              <a:xfrm>
                <a:off x="3246166" y="3796987"/>
                <a:ext cx="4994701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+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  <a:ea typeface="Ayuthaya" pitchFamily="2" charset="-34"/>
                  <a:cs typeface="Ayuthaya" pitchFamily="2" charset="-34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5A8328-F393-81D9-889A-6469340E1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66" y="3796987"/>
                <a:ext cx="4994701" cy="974241"/>
              </a:xfrm>
              <a:prstGeom prst="rect">
                <a:avLst/>
              </a:prstGeom>
              <a:blipFill>
                <a:blip r:embed="rId3"/>
                <a:stretch>
                  <a:fillRect l="-508" t="-5195" r="-2792" b="-44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C49FE7-E966-288C-7F0F-5A6538DA7ADE}"/>
                  </a:ext>
                </a:extLst>
              </p:cNvPr>
              <p:cNvSpPr txBox="1"/>
              <p:nvPr/>
            </p:nvSpPr>
            <p:spPr>
              <a:xfrm>
                <a:off x="3982251" y="5487746"/>
                <a:ext cx="6195286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C49FE7-E966-288C-7F0F-5A6538DA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51" y="5487746"/>
                <a:ext cx="6195286" cy="974241"/>
              </a:xfrm>
              <a:prstGeom prst="rect">
                <a:avLst/>
              </a:prstGeom>
              <a:blipFill>
                <a:blip r:embed="rId4"/>
                <a:stretch>
                  <a:fillRect l="-204" t="-5195" r="-1840" b="-44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5DF7874E-501A-389B-31B5-2EC572AF4A62}"/>
              </a:ext>
            </a:extLst>
          </p:cNvPr>
          <p:cNvSpPr/>
          <p:nvPr/>
        </p:nvSpPr>
        <p:spPr>
          <a:xfrm>
            <a:off x="2464028" y="2100640"/>
            <a:ext cx="7005917" cy="30659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-Turn Arrow 7">
            <a:extLst>
              <a:ext uri="{FF2B5EF4-FFF2-40B4-BE49-F238E27FC236}">
                <a16:creationId xmlns:a16="http://schemas.microsoft.com/office/drawing/2014/main" id="{04AC5B1A-3851-2B79-BFDF-B1CEC0D4629A}"/>
              </a:ext>
            </a:extLst>
          </p:cNvPr>
          <p:cNvSpPr/>
          <p:nvPr/>
        </p:nvSpPr>
        <p:spPr>
          <a:xfrm rot="5400000">
            <a:off x="8783159" y="4086847"/>
            <a:ext cx="2795365" cy="1368763"/>
          </a:xfrm>
          <a:prstGeom prst="utur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2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551A-764E-ABFF-3DE8-5D56747E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AF8A09-A508-79FF-3A10-520B9550E777}"/>
              </a:ext>
            </a:extLst>
          </p:cNvPr>
          <p:cNvSpPr/>
          <p:nvPr/>
        </p:nvSpPr>
        <p:spPr>
          <a:xfrm>
            <a:off x="3325904" y="1118345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E5481D-3374-910A-745A-58862CAEB680}"/>
              </a:ext>
            </a:extLst>
          </p:cNvPr>
          <p:cNvSpPr/>
          <p:nvPr/>
        </p:nvSpPr>
        <p:spPr>
          <a:xfrm>
            <a:off x="5188770" y="1118345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1B9DF-2A8F-DC55-4568-700CCF3BB358}"/>
              </a:ext>
            </a:extLst>
          </p:cNvPr>
          <p:cNvSpPr/>
          <p:nvPr/>
        </p:nvSpPr>
        <p:spPr>
          <a:xfrm>
            <a:off x="7051636" y="1118345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555DF-98EB-E464-376A-DE7523070D4A}"/>
              </a:ext>
            </a:extLst>
          </p:cNvPr>
          <p:cNvSpPr/>
          <p:nvPr/>
        </p:nvSpPr>
        <p:spPr>
          <a:xfrm>
            <a:off x="3701751" y="5407958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8E7202-73A8-F736-BE8E-EF83AA4966FF}"/>
              </a:ext>
            </a:extLst>
          </p:cNvPr>
          <p:cNvCxnSpPr>
            <a:cxnSpLocks/>
          </p:cNvCxnSpPr>
          <p:nvPr/>
        </p:nvCxnSpPr>
        <p:spPr>
          <a:xfrm>
            <a:off x="4442011" y="1512793"/>
            <a:ext cx="913227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pezoid 11">
            <a:extLst>
              <a:ext uri="{FF2B5EF4-FFF2-40B4-BE49-F238E27FC236}">
                <a16:creationId xmlns:a16="http://schemas.microsoft.com/office/drawing/2014/main" id="{1DDFDC57-9BDE-CAD7-435B-4B33B411FFE7}"/>
              </a:ext>
            </a:extLst>
          </p:cNvPr>
          <p:cNvSpPr/>
          <p:nvPr/>
        </p:nvSpPr>
        <p:spPr>
          <a:xfrm>
            <a:off x="2625089" y="3545096"/>
            <a:ext cx="3079377" cy="108921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FEAB16-BB7D-80B1-1659-36B4BF8CC54C}"/>
              </a:ext>
            </a:extLst>
          </p:cNvPr>
          <p:cNvCxnSpPr>
            <a:cxnSpLocks/>
          </p:cNvCxnSpPr>
          <p:nvPr/>
        </p:nvCxnSpPr>
        <p:spPr>
          <a:xfrm>
            <a:off x="2867584" y="5717244"/>
            <a:ext cx="960120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B2F2A4-A9B5-BC0E-85C3-E0EC232DE0B3}"/>
              </a:ext>
            </a:extLst>
          </p:cNvPr>
          <p:cNvCxnSpPr>
            <a:cxnSpLocks/>
          </p:cNvCxnSpPr>
          <p:nvPr/>
        </p:nvCxnSpPr>
        <p:spPr>
          <a:xfrm>
            <a:off x="4721485" y="5748621"/>
            <a:ext cx="98298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1D5A06-EC09-A560-F048-61E5EE4F2FE4}"/>
              </a:ext>
            </a:extLst>
          </p:cNvPr>
          <p:cNvCxnSpPr>
            <a:cxnSpLocks/>
          </p:cNvCxnSpPr>
          <p:nvPr/>
        </p:nvCxnSpPr>
        <p:spPr>
          <a:xfrm flipH="1">
            <a:off x="2803936" y="6264089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0B8BF5-45C0-BFEC-34F8-45DD49DD27F2}"/>
              </a:ext>
            </a:extLst>
          </p:cNvPr>
          <p:cNvCxnSpPr>
            <a:cxnSpLocks/>
          </p:cNvCxnSpPr>
          <p:nvPr/>
        </p:nvCxnSpPr>
        <p:spPr>
          <a:xfrm flipH="1">
            <a:off x="4680698" y="6264089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ECA5F5-B814-83E8-D36F-AE43C90D7895}"/>
              </a:ext>
            </a:extLst>
          </p:cNvPr>
          <p:cNvCxnSpPr>
            <a:cxnSpLocks/>
          </p:cNvCxnSpPr>
          <p:nvPr/>
        </p:nvCxnSpPr>
        <p:spPr>
          <a:xfrm>
            <a:off x="6312049" y="1490382"/>
            <a:ext cx="9287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0E601C-C880-9348-7626-3DBB815AC590}"/>
              </a:ext>
            </a:extLst>
          </p:cNvPr>
          <p:cNvCxnSpPr>
            <a:cxnSpLocks/>
          </p:cNvCxnSpPr>
          <p:nvPr/>
        </p:nvCxnSpPr>
        <p:spPr>
          <a:xfrm>
            <a:off x="8011756" y="1450042"/>
            <a:ext cx="923364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9EFDE6-4329-97BE-17AB-153A436F3B21}"/>
              </a:ext>
            </a:extLst>
          </p:cNvPr>
          <p:cNvCxnSpPr>
            <a:cxnSpLocks/>
          </p:cNvCxnSpPr>
          <p:nvPr/>
        </p:nvCxnSpPr>
        <p:spPr>
          <a:xfrm>
            <a:off x="2695685" y="1450042"/>
            <a:ext cx="89422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323ABE-540E-E7B3-3F0A-760D0EBD5314}"/>
              </a:ext>
            </a:extLst>
          </p:cNvPr>
          <p:cNvCxnSpPr>
            <a:cxnSpLocks/>
          </p:cNvCxnSpPr>
          <p:nvPr/>
        </p:nvCxnSpPr>
        <p:spPr>
          <a:xfrm flipV="1">
            <a:off x="3063014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9989FA-64FB-23CF-A32F-3C315E9D8C17}"/>
              </a:ext>
            </a:extLst>
          </p:cNvPr>
          <p:cNvCxnSpPr>
            <a:cxnSpLocks/>
          </p:cNvCxnSpPr>
          <p:nvPr/>
        </p:nvCxnSpPr>
        <p:spPr>
          <a:xfrm>
            <a:off x="3468219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EF7632-2DBD-2450-87AB-59D2C153CC28}"/>
              </a:ext>
            </a:extLst>
          </p:cNvPr>
          <p:cNvCxnSpPr>
            <a:cxnSpLocks/>
          </p:cNvCxnSpPr>
          <p:nvPr/>
        </p:nvCxnSpPr>
        <p:spPr>
          <a:xfrm flipV="1">
            <a:off x="3887767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C36D29-12BA-BA66-CB25-60BADA75F055}"/>
              </a:ext>
            </a:extLst>
          </p:cNvPr>
          <p:cNvCxnSpPr>
            <a:cxnSpLocks/>
          </p:cNvCxnSpPr>
          <p:nvPr/>
        </p:nvCxnSpPr>
        <p:spPr>
          <a:xfrm>
            <a:off x="4292972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7D4C63-23C0-2F24-0A0F-A2FD878CD0A6}"/>
              </a:ext>
            </a:extLst>
          </p:cNvPr>
          <p:cNvCxnSpPr>
            <a:cxnSpLocks/>
          </p:cNvCxnSpPr>
          <p:nvPr/>
        </p:nvCxnSpPr>
        <p:spPr>
          <a:xfrm flipV="1">
            <a:off x="4721485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E18F8A-9E5E-BD12-64E0-D79489E2D8B5}"/>
              </a:ext>
            </a:extLst>
          </p:cNvPr>
          <p:cNvCxnSpPr>
            <a:cxnSpLocks/>
          </p:cNvCxnSpPr>
          <p:nvPr/>
        </p:nvCxnSpPr>
        <p:spPr>
          <a:xfrm>
            <a:off x="5126690" y="3027829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294691-96B0-BD8D-19F9-6E139B007F8F}"/>
              </a:ext>
            </a:extLst>
          </p:cNvPr>
          <p:cNvCxnSpPr>
            <a:cxnSpLocks/>
          </p:cNvCxnSpPr>
          <p:nvPr/>
        </p:nvCxnSpPr>
        <p:spPr>
          <a:xfrm flipV="1">
            <a:off x="3708246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FC011E-9FC7-FEB3-3C2E-0685B7C6E159}"/>
              </a:ext>
            </a:extLst>
          </p:cNvPr>
          <p:cNvCxnSpPr>
            <a:cxnSpLocks/>
          </p:cNvCxnSpPr>
          <p:nvPr/>
        </p:nvCxnSpPr>
        <p:spPr>
          <a:xfrm>
            <a:off x="4113451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68E112-125F-F2D5-3A3F-AEF2C9D5E333}"/>
              </a:ext>
            </a:extLst>
          </p:cNvPr>
          <p:cNvCxnSpPr>
            <a:cxnSpLocks/>
          </p:cNvCxnSpPr>
          <p:nvPr/>
        </p:nvCxnSpPr>
        <p:spPr>
          <a:xfrm flipV="1">
            <a:off x="5528082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FA98C2-4D56-9D4F-0255-4FDE70A06521}"/>
              </a:ext>
            </a:extLst>
          </p:cNvPr>
          <p:cNvCxnSpPr>
            <a:cxnSpLocks/>
          </p:cNvCxnSpPr>
          <p:nvPr/>
        </p:nvCxnSpPr>
        <p:spPr>
          <a:xfrm>
            <a:off x="5933287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46BCC8-E0C6-1D01-EC1E-2E5D4981BF46}"/>
              </a:ext>
            </a:extLst>
          </p:cNvPr>
          <p:cNvCxnSpPr>
            <a:cxnSpLocks/>
          </p:cNvCxnSpPr>
          <p:nvPr/>
        </p:nvCxnSpPr>
        <p:spPr>
          <a:xfrm flipV="1">
            <a:off x="7383776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156E46-4FB2-8919-F87B-F99B1B94DDA1}"/>
              </a:ext>
            </a:extLst>
          </p:cNvPr>
          <p:cNvCxnSpPr>
            <a:cxnSpLocks/>
          </p:cNvCxnSpPr>
          <p:nvPr/>
        </p:nvCxnSpPr>
        <p:spPr>
          <a:xfrm>
            <a:off x="7788981" y="55177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6B34FB-BBC3-81F6-7FC7-AD1EA18FE413}"/>
              </a:ext>
            </a:extLst>
          </p:cNvPr>
          <p:cNvCxnSpPr>
            <a:cxnSpLocks/>
          </p:cNvCxnSpPr>
          <p:nvPr/>
        </p:nvCxnSpPr>
        <p:spPr>
          <a:xfrm flipH="1" flipV="1">
            <a:off x="2625089" y="1974476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C19477-A397-1D39-53DB-FE57D3D9B5C8}"/>
              </a:ext>
            </a:extLst>
          </p:cNvPr>
          <p:cNvCxnSpPr>
            <a:cxnSpLocks/>
          </p:cNvCxnSpPr>
          <p:nvPr/>
        </p:nvCxnSpPr>
        <p:spPr>
          <a:xfrm flipH="1">
            <a:off x="4280200" y="1913963"/>
            <a:ext cx="908570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3DF372-F00C-601B-D1F3-E04E053CF797}"/>
              </a:ext>
            </a:extLst>
          </p:cNvPr>
          <p:cNvCxnSpPr>
            <a:cxnSpLocks/>
          </p:cNvCxnSpPr>
          <p:nvPr/>
        </p:nvCxnSpPr>
        <p:spPr>
          <a:xfrm flipH="1">
            <a:off x="6215676" y="1885501"/>
            <a:ext cx="835960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CBC6FB-80B0-8BF1-AF55-603FB35445D0}"/>
              </a:ext>
            </a:extLst>
          </p:cNvPr>
          <p:cNvCxnSpPr>
            <a:cxnSpLocks/>
          </p:cNvCxnSpPr>
          <p:nvPr/>
        </p:nvCxnSpPr>
        <p:spPr>
          <a:xfrm flipH="1">
            <a:off x="8011756" y="1845162"/>
            <a:ext cx="923366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F0A7BF-6C66-D4EA-A0E2-65B260376BFD}"/>
              </a:ext>
            </a:extLst>
          </p:cNvPr>
          <p:cNvCxnSpPr>
            <a:cxnSpLocks/>
          </p:cNvCxnSpPr>
          <p:nvPr/>
        </p:nvCxnSpPr>
        <p:spPr>
          <a:xfrm flipV="1">
            <a:off x="3990412" y="4507006"/>
            <a:ext cx="0" cy="900952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02F4DDC-2AFB-74BE-2B3C-9AD080BC1121}"/>
              </a:ext>
            </a:extLst>
          </p:cNvPr>
          <p:cNvCxnSpPr>
            <a:cxnSpLocks/>
          </p:cNvCxnSpPr>
          <p:nvPr/>
        </p:nvCxnSpPr>
        <p:spPr>
          <a:xfrm>
            <a:off x="4452546" y="4634308"/>
            <a:ext cx="0" cy="935015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6D2C976-43B4-70E3-7813-92260B5A322B}"/>
                  </a:ext>
                </a:extLst>
              </p:cNvPr>
              <p:cNvSpPr txBox="1"/>
              <p:nvPr/>
            </p:nvSpPr>
            <p:spPr>
              <a:xfrm>
                <a:off x="6762079" y="3591257"/>
                <a:ext cx="5474931" cy="974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⋄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  <a:ea typeface="Ayuthaya" pitchFamily="2" charset="-34"/>
                          <a:cs typeface="Ayuthaya" pitchFamily="2" charset="-34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ST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  <a:ea typeface="Ayuthaya" pitchFamily="2" charset="-34"/>
                              <a:cs typeface="Ayuthaya" pitchFamily="2" charset="-34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  <a:ea typeface="Ayuthaya" pitchFamily="2" charset="-34"/>
                  <a:cs typeface="Ayuthaya" pitchFamily="2" charset="-34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6D2C976-43B4-70E3-7813-92260B5A3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079" y="3591257"/>
                <a:ext cx="5474931" cy="974241"/>
              </a:xfrm>
              <a:prstGeom prst="rect">
                <a:avLst/>
              </a:prstGeom>
              <a:blipFill>
                <a:blip r:embed="rId2"/>
                <a:stretch>
                  <a:fillRect t="-3846" b="-4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DE41110-0BE2-5D85-9364-DC01859B3C04}"/>
              </a:ext>
            </a:extLst>
          </p:cNvPr>
          <p:cNvGrpSpPr/>
          <p:nvPr/>
        </p:nvGrpSpPr>
        <p:grpSpPr>
          <a:xfrm>
            <a:off x="577322" y="1118345"/>
            <a:ext cx="10397271" cy="1105348"/>
            <a:chOff x="577322" y="1118345"/>
            <a:chExt cx="10397271" cy="110534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54B79F-BEBB-4953-8819-9DF8451B4F18}"/>
                </a:ext>
              </a:extLst>
            </p:cNvPr>
            <p:cNvSpPr/>
            <p:nvPr/>
          </p:nvSpPr>
          <p:spPr>
            <a:xfrm>
              <a:off x="8935120" y="111834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586E33F-DAA1-E7A5-1176-CB220924D6A3}"/>
                </a:ext>
              </a:extLst>
            </p:cNvPr>
            <p:cNvCxnSpPr>
              <a:cxnSpLocks/>
            </p:cNvCxnSpPr>
            <p:nvPr/>
          </p:nvCxnSpPr>
          <p:spPr>
            <a:xfrm>
              <a:off x="10051227" y="1490381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E13F986-BA66-21BA-A116-F29DD114A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1227" y="1885501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80000B1-40D2-B031-F53A-BFCB36094CE8}"/>
                </a:ext>
              </a:extLst>
            </p:cNvPr>
            <p:cNvCxnSpPr>
              <a:cxnSpLocks/>
            </p:cNvCxnSpPr>
            <p:nvPr/>
          </p:nvCxnSpPr>
          <p:spPr>
            <a:xfrm>
              <a:off x="577322" y="1450042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0E84EC2-F176-1D2A-E2EC-ED436A32BF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322" y="1845162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EDE090B-66E9-2C30-7574-47F1D804A28E}"/>
                </a:ext>
              </a:extLst>
            </p:cNvPr>
            <p:cNvSpPr/>
            <p:nvPr/>
          </p:nvSpPr>
          <p:spPr>
            <a:xfrm>
              <a:off x="1500686" y="111834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F99F4CC-EE4D-E25A-FD64-2EA851BB793F}"/>
              </a:ext>
            </a:extLst>
          </p:cNvPr>
          <p:cNvGrpSpPr/>
          <p:nvPr/>
        </p:nvGrpSpPr>
        <p:grpSpPr>
          <a:xfrm>
            <a:off x="794941" y="5407958"/>
            <a:ext cx="6929729" cy="1117009"/>
            <a:chOff x="794941" y="5407958"/>
            <a:chExt cx="6929729" cy="1117009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6D1260-B45C-A531-A8ED-242E3FE1F196}"/>
                </a:ext>
              </a:extLst>
            </p:cNvPr>
            <p:cNvCxnSpPr>
              <a:cxnSpLocks/>
            </p:cNvCxnSpPr>
            <p:nvPr/>
          </p:nvCxnSpPr>
          <p:spPr>
            <a:xfrm>
              <a:off x="794941" y="5739655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2F7A538-02C6-B66F-0C24-CED7818B9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941" y="6134775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A657E8-13F6-7322-A213-D9825B2542A2}"/>
                </a:ext>
              </a:extLst>
            </p:cNvPr>
            <p:cNvSpPr/>
            <p:nvPr/>
          </p:nvSpPr>
          <p:spPr>
            <a:xfrm>
              <a:off x="1718305" y="5407958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378A7AA-9BE4-FF39-078C-8448EA9C04DF}"/>
                </a:ext>
              </a:extLst>
            </p:cNvPr>
            <p:cNvSpPr/>
            <p:nvPr/>
          </p:nvSpPr>
          <p:spPr>
            <a:xfrm>
              <a:off x="5685197" y="5419619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7EFBB50-5E53-F5AD-8393-9D7B8F82D94D}"/>
                </a:ext>
              </a:extLst>
            </p:cNvPr>
            <p:cNvCxnSpPr>
              <a:cxnSpLocks/>
            </p:cNvCxnSpPr>
            <p:nvPr/>
          </p:nvCxnSpPr>
          <p:spPr>
            <a:xfrm>
              <a:off x="6801304" y="5791655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294E075-EB68-C4E6-CC33-D35FAFB06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1304" y="6186775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229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EAF9-B316-CFA1-F43F-5A62D758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3077F-091F-936C-2B49-9B7CB04C6A86}"/>
                  </a:ext>
                </a:extLst>
              </p:cNvPr>
              <p:cNvSpPr txBox="1"/>
              <p:nvPr/>
            </p:nvSpPr>
            <p:spPr>
              <a:xfrm>
                <a:off x="1080364" y="5633408"/>
                <a:ext cx="4446474" cy="972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⋄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36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3077F-091F-936C-2B49-9B7CB04C6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64" y="5633408"/>
                <a:ext cx="4446474" cy="972061"/>
              </a:xfrm>
              <a:prstGeom prst="rect">
                <a:avLst/>
              </a:prstGeom>
              <a:blipFill>
                <a:blip r:embed="rId2"/>
                <a:stretch>
                  <a:fillRect l="-284" t="-3846" r="-2841" b="-4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5CE7DF7-F532-69E8-6A0B-A0305E1F4929}"/>
              </a:ext>
            </a:extLst>
          </p:cNvPr>
          <p:cNvSpPr/>
          <p:nvPr/>
        </p:nvSpPr>
        <p:spPr>
          <a:xfrm>
            <a:off x="1101423" y="3712874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2CEE3-4F1D-B2D1-4DB0-38F9AD7897AF}"/>
              </a:ext>
            </a:extLst>
          </p:cNvPr>
          <p:cNvSpPr/>
          <p:nvPr/>
        </p:nvSpPr>
        <p:spPr>
          <a:xfrm>
            <a:off x="2964289" y="3712874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38500-D129-5174-5D80-605DC2DA3F87}"/>
              </a:ext>
            </a:extLst>
          </p:cNvPr>
          <p:cNvSpPr/>
          <p:nvPr/>
        </p:nvSpPr>
        <p:spPr>
          <a:xfrm>
            <a:off x="4827155" y="3712874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960C5-BD29-5310-C789-002A470AA624}"/>
              </a:ext>
            </a:extLst>
          </p:cNvPr>
          <p:cNvSpPr/>
          <p:nvPr/>
        </p:nvSpPr>
        <p:spPr>
          <a:xfrm>
            <a:off x="9188268" y="5301710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6ED1BE-7FF7-CDF6-37FB-8D3B5E7957D4}"/>
              </a:ext>
            </a:extLst>
          </p:cNvPr>
          <p:cNvCxnSpPr>
            <a:cxnSpLocks/>
          </p:cNvCxnSpPr>
          <p:nvPr/>
        </p:nvCxnSpPr>
        <p:spPr>
          <a:xfrm>
            <a:off x="2194668" y="4044571"/>
            <a:ext cx="839546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pezoid 11">
            <a:extLst>
              <a:ext uri="{FF2B5EF4-FFF2-40B4-BE49-F238E27FC236}">
                <a16:creationId xmlns:a16="http://schemas.microsoft.com/office/drawing/2014/main" id="{6CD78A15-8573-115D-00A2-71638B8AFC12}"/>
              </a:ext>
            </a:extLst>
          </p:cNvPr>
          <p:cNvSpPr/>
          <p:nvPr/>
        </p:nvSpPr>
        <p:spPr>
          <a:xfrm>
            <a:off x="8111606" y="3438848"/>
            <a:ext cx="3079377" cy="108921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85909B-0BD6-50E3-F6A9-39726CC982ED}"/>
              </a:ext>
            </a:extLst>
          </p:cNvPr>
          <p:cNvCxnSpPr>
            <a:cxnSpLocks/>
          </p:cNvCxnSpPr>
          <p:nvPr/>
        </p:nvCxnSpPr>
        <p:spPr>
          <a:xfrm>
            <a:off x="8290453" y="5585588"/>
            <a:ext cx="1012563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B1AC37-32F3-C1F6-0256-DB122BCB6403}"/>
              </a:ext>
            </a:extLst>
          </p:cNvPr>
          <p:cNvCxnSpPr>
            <a:cxnSpLocks/>
          </p:cNvCxnSpPr>
          <p:nvPr/>
        </p:nvCxnSpPr>
        <p:spPr>
          <a:xfrm>
            <a:off x="10319507" y="5633407"/>
            <a:ext cx="871476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0CFD14-376B-8737-CA6F-17157E903A30}"/>
              </a:ext>
            </a:extLst>
          </p:cNvPr>
          <p:cNvCxnSpPr>
            <a:cxnSpLocks/>
          </p:cNvCxnSpPr>
          <p:nvPr/>
        </p:nvCxnSpPr>
        <p:spPr>
          <a:xfrm flipH="1">
            <a:off x="8290453" y="6157841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CC9B30-B378-18B9-10DC-ACC59A4B0AD4}"/>
              </a:ext>
            </a:extLst>
          </p:cNvPr>
          <p:cNvCxnSpPr>
            <a:cxnSpLocks/>
          </p:cNvCxnSpPr>
          <p:nvPr/>
        </p:nvCxnSpPr>
        <p:spPr>
          <a:xfrm flipH="1">
            <a:off x="10167215" y="6157841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964EF-6F35-3906-0E95-D47B5C4E9B98}"/>
              </a:ext>
            </a:extLst>
          </p:cNvPr>
          <p:cNvCxnSpPr>
            <a:cxnSpLocks/>
          </p:cNvCxnSpPr>
          <p:nvPr/>
        </p:nvCxnSpPr>
        <p:spPr>
          <a:xfrm>
            <a:off x="4075573" y="4102843"/>
            <a:ext cx="84660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25A887-CA21-85BA-B152-2A75D21D5F06}"/>
              </a:ext>
            </a:extLst>
          </p:cNvPr>
          <p:cNvCxnSpPr>
            <a:cxnSpLocks/>
          </p:cNvCxnSpPr>
          <p:nvPr/>
        </p:nvCxnSpPr>
        <p:spPr>
          <a:xfrm>
            <a:off x="5787275" y="4044571"/>
            <a:ext cx="923364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83695F-89AF-1538-8732-399E20F0F550}"/>
              </a:ext>
            </a:extLst>
          </p:cNvPr>
          <p:cNvCxnSpPr>
            <a:cxnSpLocks/>
          </p:cNvCxnSpPr>
          <p:nvPr/>
        </p:nvCxnSpPr>
        <p:spPr>
          <a:xfrm>
            <a:off x="471204" y="4044571"/>
            <a:ext cx="89422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71B995-CCB4-D9C2-BD2A-487EAC1FA3D5}"/>
              </a:ext>
            </a:extLst>
          </p:cNvPr>
          <p:cNvCxnSpPr>
            <a:cxnSpLocks/>
          </p:cNvCxnSpPr>
          <p:nvPr/>
        </p:nvCxnSpPr>
        <p:spPr>
          <a:xfrm flipV="1">
            <a:off x="8549531" y="292158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6C6916-8C30-D407-33EB-C762636B327C}"/>
              </a:ext>
            </a:extLst>
          </p:cNvPr>
          <p:cNvCxnSpPr>
            <a:cxnSpLocks/>
          </p:cNvCxnSpPr>
          <p:nvPr/>
        </p:nvCxnSpPr>
        <p:spPr>
          <a:xfrm>
            <a:off x="8954736" y="292158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BDA428-A172-2ED2-B310-C8F0013B5231}"/>
              </a:ext>
            </a:extLst>
          </p:cNvPr>
          <p:cNvCxnSpPr>
            <a:cxnSpLocks/>
          </p:cNvCxnSpPr>
          <p:nvPr/>
        </p:nvCxnSpPr>
        <p:spPr>
          <a:xfrm flipV="1">
            <a:off x="9374284" y="2420471"/>
            <a:ext cx="0" cy="106768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5E20F0-74CD-70C7-564B-5D16C54CB2C6}"/>
              </a:ext>
            </a:extLst>
          </p:cNvPr>
          <p:cNvCxnSpPr>
            <a:cxnSpLocks/>
          </p:cNvCxnSpPr>
          <p:nvPr/>
        </p:nvCxnSpPr>
        <p:spPr>
          <a:xfrm>
            <a:off x="9779489" y="2420471"/>
            <a:ext cx="0" cy="106768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B296A3-3CB4-8FC6-D8FF-070DF3EC026D}"/>
              </a:ext>
            </a:extLst>
          </p:cNvPr>
          <p:cNvCxnSpPr>
            <a:cxnSpLocks/>
          </p:cNvCxnSpPr>
          <p:nvPr/>
        </p:nvCxnSpPr>
        <p:spPr>
          <a:xfrm flipV="1">
            <a:off x="10208002" y="292158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3579AE-B926-0496-EDA6-3574CCEFB08E}"/>
              </a:ext>
            </a:extLst>
          </p:cNvPr>
          <p:cNvCxnSpPr>
            <a:cxnSpLocks/>
          </p:cNvCxnSpPr>
          <p:nvPr/>
        </p:nvCxnSpPr>
        <p:spPr>
          <a:xfrm>
            <a:off x="10613207" y="2921581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60777C-B557-034B-8EC8-D970830C1786}"/>
              </a:ext>
            </a:extLst>
          </p:cNvPr>
          <p:cNvCxnSpPr>
            <a:cxnSpLocks/>
          </p:cNvCxnSpPr>
          <p:nvPr/>
        </p:nvCxnSpPr>
        <p:spPr>
          <a:xfrm flipV="1">
            <a:off x="1483765" y="3146300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FE5CEC-5798-A4E9-382F-875C7D1901A2}"/>
              </a:ext>
            </a:extLst>
          </p:cNvPr>
          <p:cNvCxnSpPr>
            <a:cxnSpLocks/>
          </p:cNvCxnSpPr>
          <p:nvPr/>
        </p:nvCxnSpPr>
        <p:spPr>
          <a:xfrm>
            <a:off x="1888970" y="3146300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93F39D-509C-D325-0B4B-B24B6B83E7A3}"/>
              </a:ext>
            </a:extLst>
          </p:cNvPr>
          <p:cNvCxnSpPr>
            <a:cxnSpLocks/>
          </p:cNvCxnSpPr>
          <p:nvPr/>
        </p:nvCxnSpPr>
        <p:spPr>
          <a:xfrm flipV="1">
            <a:off x="3303601" y="2756647"/>
            <a:ext cx="0" cy="956227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784EC2-57FC-E2C1-0964-3FABCB0D6C8B}"/>
              </a:ext>
            </a:extLst>
          </p:cNvPr>
          <p:cNvCxnSpPr>
            <a:cxnSpLocks/>
          </p:cNvCxnSpPr>
          <p:nvPr/>
        </p:nvCxnSpPr>
        <p:spPr>
          <a:xfrm>
            <a:off x="3708806" y="2756647"/>
            <a:ext cx="0" cy="956227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C7C53D-E9D8-B198-7A81-B9DD51CED5DC}"/>
              </a:ext>
            </a:extLst>
          </p:cNvPr>
          <p:cNvCxnSpPr>
            <a:cxnSpLocks/>
          </p:cNvCxnSpPr>
          <p:nvPr/>
        </p:nvCxnSpPr>
        <p:spPr>
          <a:xfrm flipV="1">
            <a:off x="5159295" y="3146300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200F61-2BCF-8D9B-4A46-A10D8C5E637F}"/>
              </a:ext>
            </a:extLst>
          </p:cNvPr>
          <p:cNvCxnSpPr>
            <a:cxnSpLocks/>
          </p:cNvCxnSpPr>
          <p:nvPr/>
        </p:nvCxnSpPr>
        <p:spPr>
          <a:xfrm>
            <a:off x="5564500" y="3146300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CD8AA0-595E-52CF-020C-44DAF8006F6A}"/>
              </a:ext>
            </a:extLst>
          </p:cNvPr>
          <p:cNvCxnSpPr>
            <a:cxnSpLocks/>
          </p:cNvCxnSpPr>
          <p:nvPr/>
        </p:nvCxnSpPr>
        <p:spPr>
          <a:xfrm flipH="1" flipV="1">
            <a:off x="400608" y="4569005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6C6C67-20E4-0DAA-D7A9-440A12475DC1}"/>
              </a:ext>
            </a:extLst>
          </p:cNvPr>
          <p:cNvCxnSpPr>
            <a:cxnSpLocks/>
          </p:cNvCxnSpPr>
          <p:nvPr/>
        </p:nvCxnSpPr>
        <p:spPr>
          <a:xfrm flipH="1" flipV="1">
            <a:off x="2072408" y="4575727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0ADE84-3968-5F17-FCB2-A1AD464E5C9B}"/>
              </a:ext>
            </a:extLst>
          </p:cNvPr>
          <p:cNvCxnSpPr>
            <a:cxnSpLocks/>
          </p:cNvCxnSpPr>
          <p:nvPr/>
        </p:nvCxnSpPr>
        <p:spPr>
          <a:xfrm flipH="1" flipV="1">
            <a:off x="4004081" y="4528060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F455D50-89EE-F508-AB9E-148CC6B07048}"/>
              </a:ext>
            </a:extLst>
          </p:cNvPr>
          <p:cNvCxnSpPr>
            <a:cxnSpLocks/>
          </p:cNvCxnSpPr>
          <p:nvPr/>
        </p:nvCxnSpPr>
        <p:spPr>
          <a:xfrm flipH="1" flipV="1">
            <a:off x="5816410" y="4534782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1567B39-BDDC-7ACB-D7ED-550AE4563936}"/>
              </a:ext>
            </a:extLst>
          </p:cNvPr>
          <p:cNvCxnSpPr>
            <a:cxnSpLocks/>
          </p:cNvCxnSpPr>
          <p:nvPr/>
        </p:nvCxnSpPr>
        <p:spPr>
          <a:xfrm flipV="1">
            <a:off x="9525897" y="4387916"/>
            <a:ext cx="0" cy="91379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75E17A-0CFB-3D1E-E668-1677E91E2B82}"/>
              </a:ext>
            </a:extLst>
          </p:cNvPr>
          <p:cNvCxnSpPr>
            <a:cxnSpLocks/>
          </p:cNvCxnSpPr>
          <p:nvPr/>
        </p:nvCxnSpPr>
        <p:spPr>
          <a:xfrm>
            <a:off x="9931102" y="4528059"/>
            <a:ext cx="0" cy="773651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02593BC-7F65-CD25-4B5E-32F14BFD045B}"/>
              </a:ext>
            </a:extLst>
          </p:cNvPr>
          <p:cNvGrpSpPr/>
          <p:nvPr/>
        </p:nvGrpSpPr>
        <p:grpSpPr>
          <a:xfrm>
            <a:off x="1922480" y="790669"/>
            <a:ext cx="9268503" cy="1963286"/>
            <a:chOff x="1922480" y="790669"/>
            <a:chExt cx="9268503" cy="1963286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EE4CF0D6-3BD4-65FB-BD8B-E2C4FECAAAA8}"/>
                </a:ext>
              </a:extLst>
            </p:cNvPr>
            <p:cNvSpPr/>
            <p:nvPr/>
          </p:nvSpPr>
          <p:spPr>
            <a:xfrm>
              <a:off x="1922480" y="1664743"/>
              <a:ext cx="3079377" cy="108921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189B63C-D8A5-5905-1605-A01B42D25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0405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08D8CBE-0253-B420-96F2-D6213E3BD779}"/>
                </a:ext>
              </a:extLst>
            </p:cNvPr>
            <p:cNvCxnSpPr>
              <a:cxnSpLocks/>
            </p:cNvCxnSpPr>
            <p:nvPr/>
          </p:nvCxnSpPr>
          <p:spPr>
            <a:xfrm>
              <a:off x="2765610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F1E0B68-4C3D-64B0-6304-AA478920E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5158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3292EDF-604E-6F87-630D-5740D976C8DD}"/>
                </a:ext>
              </a:extLst>
            </p:cNvPr>
            <p:cNvCxnSpPr>
              <a:cxnSpLocks/>
            </p:cNvCxnSpPr>
            <p:nvPr/>
          </p:nvCxnSpPr>
          <p:spPr>
            <a:xfrm>
              <a:off x="3590363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3254AE6-AB9F-9A77-B20E-D77E3B25F8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876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C7A5447-9DA3-BD7B-5855-2786D83E753D}"/>
                </a:ext>
              </a:extLst>
            </p:cNvPr>
            <p:cNvCxnSpPr>
              <a:cxnSpLocks/>
            </p:cNvCxnSpPr>
            <p:nvPr/>
          </p:nvCxnSpPr>
          <p:spPr>
            <a:xfrm>
              <a:off x="4424081" y="1147476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rapezoid 61">
              <a:extLst>
                <a:ext uri="{FF2B5EF4-FFF2-40B4-BE49-F238E27FC236}">
                  <a16:creationId xmlns:a16="http://schemas.microsoft.com/office/drawing/2014/main" id="{2F12B288-8380-2C17-3471-CCC1CC9B3A78}"/>
                </a:ext>
              </a:extLst>
            </p:cNvPr>
            <p:cNvSpPr/>
            <p:nvPr/>
          </p:nvSpPr>
          <p:spPr>
            <a:xfrm>
              <a:off x="8111606" y="1307936"/>
              <a:ext cx="3079377" cy="108921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7B48C5D-1A29-5394-3002-3C5BCBFD3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531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27AE6FB-8785-5800-84C6-499905A8BCA4}"/>
                </a:ext>
              </a:extLst>
            </p:cNvPr>
            <p:cNvCxnSpPr>
              <a:cxnSpLocks/>
            </p:cNvCxnSpPr>
            <p:nvPr/>
          </p:nvCxnSpPr>
          <p:spPr>
            <a:xfrm>
              <a:off x="8954736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7236628-58D9-701F-DE72-B2A7DE873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4284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E98A420-1308-E057-07A1-165C47323687}"/>
                </a:ext>
              </a:extLst>
            </p:cNvPr>
            <p:cNvCxnSpPr>
              <a:cxnSpLocks/>
            </p:cNvCxnSpPr>
            <p:nvPr/>
          </p:nvCxnSpPr>
          <p:spPr>
            <a:xfrm>
              <a:off x="9779489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AD08B89-A926-280C-6D96-A9B27ADF30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8002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07C09AB-FC1A-5549-DCF4-E54A5C9C96F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3207" y="790669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548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068BE1-5281-0C0B-C608-9D0C6C563023}"/>
              </a:ext>
            </a:extLst>
          </p:cNvPr>
          <p:cNvSpPr txBox="1"/>
          <p:nvPr/>
        </p:nvSpPr>
        <p:spPr>
          <a:xfrm>
            <a:off x="749674" y="2568388"/>
            <a:ext cx="16226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latin typeface="Christmas Chalk" panose="02000500000000000000" pitchFamily="2" charset="0"/>
            </a:endParaRPr>
          </a:p>
          <a:p>
            <a:r>
              <a:rPr lang="en-US" sz="3200" dirty="0">
                <a:latin typeface="Christmas Chalk" panose="02000500000000000000" pitchFamily="2" charset="0"/>
              </a:rPr>
              <a:t>From the transitivity property, we have: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461A5-402C-2B3F-5BEB-3AF050150D1B}"/>
              </a:ext>
            </a:extLst>
          </p:cNvPr>
          <p:cNvSpPr txBox="1"/>
          <p:nvPr/>
        </p:nvSpPr>
        <p:spPr>
          <a:xfrm>
            <a:off x="3868270" y="3659053"/>
            <a:ext cx="7789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hristmas Chalk" panose="02000500000000000000" pitchFamily="2" charset="0"/>
              </a:rPr>
              <a:t>IS0 cannot be told apart from IS2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F7563-D3FD-5AF4-966D-3F050EE02091}"/>
              </a:ext>
            </a:extLst>
          </p:cNvPr>
          <p:cNvSpPr txBox="1"/>
          <p:nvPr/>
        </p:nvSpPr>
        <p:spPr>
          <a:xfrm>
            <a:off x="763121" y="1584982"/>
            <a:ext cx="74209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dirty="0">
              <a:latin typeface="Christmas Chalk" panose="02000500000000000000" pitchFamily="2" charset="0"/>
            </a:endParaRPr>
          </a:p>
          <a:p>
            <a:r>
              <a:rPr lang="en-US" sz="3200" dirty="0">
                <a:latin typeface="Christmas Chalk" panose="02000500000000000000" pitchFamily="2" charset="0"/>
              </a:rPr>
              <a:t>IS1 cannot be told apart from IS2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13A9F-118C-122A-5994-23776096D78A}"/>
              </a:ext>
            </a:extLst>
          </p:cNvPr>
          <p:cNvSpPr txBox="1"/>
          <p:nvPr/>
        </p:nvSpPr>
        <p:spPr>
          <a:xfrm>
            <a:off x="763121" y="1060085"/>
            <a:ext cx="7789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hristmas Chalk" panose="02000500000000000000" pitchFamily="2" charset="0"/>
              </a:rPr>
              <a:t>IS0 cannot be told apart from IS1</a:t>
            </a:r>
          </a:p>
        </p:txBody>
      </p:sp>
    </p:spTree>
    <p:extLst>
      <p:ext uri="{BB962C8B-B14F-4D97-AF65-F5344CB8AC3E}">
        <p14:creationId xmlns:p14="http://schemas.microsoft.com/office/powerpoint/2010/main" val="316723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96D1FE-B8EF-2B22-039C-6611A817CF65}"/>
              </a:ext>
            </a:extLst>
          </p:cNvPr>
          <p:cNvSpPr/>
          <p:nvPr/>
        </p:nvSpPr>
        <p:spPr>
          <a:xfrm>
            <a:off x="3529524" y="205286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9262F-8820-D3DC-8768-FC82E8CAD9EC}"/>
              </a:ext>
            </a:extLst>
          </p:cNvPr>
          <p:cNvSpPr/>
          <p:nvPr/>
        </p:nvSpPr>
        <p:spPr>
          <a:xfrm>
            <a:off x="5392390" y="205286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743EC9-91A1-6197-FEC4-8959D901CE8F}"/>
              </a:ext>
            </a:extLst>
          </p:cNvPr>
          <p:cNvSpPr/>
          <p:nvPr/>
        </p:nvSpPr>
        <p:spPr>
          <a:xfrm>
            <a:off x="7255256" y="205286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C51C3F-477E-074F-EEB3-1CFF040669FC}"/>
              </a:ext>
            </a:extLst>
          </p:cNvPr>
          <p:cNvCxnSpPr>
            <a:cxnSpLocks/>
          </p:cNvCxnSpPr>
          <p:nvPr/>
        </p:nvCxnSpPr>
        <p:spPr>
          <a:xfrm>
            <a:off x="4645631" y="599734"/>
            <a:ext cx="913227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6EE4D6-B38B-8BF2-B32B-6E8D03D346E2}"/>
              </a:ext>
            </a:extLst>
          </p:cNvPr>
          <p:cNvCxnSpPr>
            <a:cxnSpLocks/>
          </p:cNvCxnSpPr>
          <p:nvPr/>
        </p:nvCxnSpPr>
        <p:spPr>
          <a:xfrm>
            <a:off x="6515669" y="577323"/>
            <a:ext cx="928741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7E79F5-24F2-1DB3-44DB-445C38257C40}"/>
              </a:ext>
            </a:extLst>
          </p:cNvPr>
          <p:cNvCxnSpPr>
            <a:cxnSpLocks/>
          </p:cNvCxnSpPr>
          <p:nvPr/>
        </p:nvCxnSpPr>
        <p:spPr>
          <a:xfrm>
            <a:off x="8215376" y="536983"/>
            <a:ext cx="923364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B84B72-4AD6-7F6C-B8EF-F4430E96B54B}"/>
              </a:ext>
            </a:extLst>
          </p:cNvPr>
          <p:cNvCxnSpPr>
            <a:cxnSpLocks/>
          </p:cNvCxnSpPr>
          <p:nvPr/>
        </p:nvCxnSpPr>
        <p:spPr>
          <a:xfrm>
            <a:off x="2899305" y="536983"/>
            <a:ext cx="894229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3864F0-85EF-74CB-753E-41E9F46EE846}"/>
              </a:ext>
            </a:extLst>
          </p:cNvPr>
          <p:cNvCxnSpPr>
            <a:cxnSpLocks/>
          </p:cNvCxnSpPr>
          <p:nvPr/>
        </p:nvCxnSpPr>
        <p:spPr>
          <a:xfrm flipH="1" flipV="1">
            <a:off x="2828709" y="1061417"/>
            <a:ext cx="894229" cy="1344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54C93D-27A7-1C3D-4311-6C6455DBAD31}"/>
              </a:ext>
            </a:extLst>
          </p:cNvPr>
          <p:cNvCxnSpPr>
            <a:cxnSpLocks/>
          </p:cNvCxnSpPr>
          <p:nvPr/>
        </p:nvCxnSpPr>
        <p:spPr>
          <a:xfrm flipH="1">
            <a:off x="4483820" y="1000904"/>
            <a:ext cx="908570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FB2548-C3E6-1521-B0C9-2B717147FA65}"/>
              </a:ext>
            </a:extLst>
          </p:cNvPr>
          <p:cNvCxnSpPr>
            <a:cxnSpLocks/>
          </p:cNvCxnSpPr>
          <p:nvPr/>
        </p:nvCxnSpPr>
        <p:spPr>
          <a:xfrm flipH="1">
            <a:off x="6419296" y="972442"/>
            <a:ext cx="835960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B58453-C9CE-8032-A033-738A02396DB5}"/>
              </a:ext>
            </a:extLst>
          </p:cNvPr>
          <p:cNvCxnSpPr>
            <a:cxnSpLocks/>
          </p:cNvCxnSpPr>
          <p:nvPr/>
        </p:nvCxnSpPr>
        <p:spPr>
          <a:xfrm flipH="1">
            <a:off x="8215376" y="932103"/>
            <a:ext cx="923366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CF6C9E-5762-252A-05B5-9248A593D936}"/>
              </a:ext>
            </a:extLst>
          </p:cNvPr>
          <p:cNvGrpSpPr/>
          <p:nvPr/>
        </p:nvGrpSpPr>
        <p:grpSpPr>
          <a:xfrm>
            <a:off x="780942" y="205286"/>
            <a:ext cx="10397271" cy="1105348"/>
            <a:chOff x="577322" y="1118345"/>
            <a:chExt cx="10397271" cy="110534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F51F85-FEE8-A428-EB5C-E4F3BF9486C2}"/>
                </a:ext>
              </a:extLst>
            </p:cNvPr>
            <p:cNvSpPr/>
            <p:nvPr/>
          </p:nvSpPr>
          <p:spPr>
            <a:xfrm>
              <a:off x="8935120" y="111834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AD06581-9C37-8996-1951-6F6239F2CCE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1227" y="1490381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9826909-77AC-D47F-BB50-5859FB7AB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1227" y="1885501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90FF81-6FB8-0984-F89A-CA653BDF56F6}"/>
                </a:ext>
              </a:extLst>
            </p:cNvPr>
            <p:cNvCxnSpPr>
              <a:cxnSpLocks/>
            </p:cNvCxnSpPr>
            <p:nvPr/>
          </p:nvCxnSpPr>
          <p:spPr>
            <a:xfrm>
              <a:off x="577322" y="1450042"/>
              <a:ext cx="923364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5FE706-D399-731A-4C8D-273366E13C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322" y="1845162"/>
              <a:ext cx="923366" cy="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26B2D99-28C7-1FD1-CCE4-B0CBF9483C14}"/>
                </a:ext>
              </a:extLst>
            </p:cNvPr>
            <p:cNvSpPr/>
            <p:nvPr/>
          </p:nvSpPr>
          <p:spPr>
            <a:xfrm>
              <a:off x="1500686" y="1118345"/>
              <a:ext cx="1116107" cy="11053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Q1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D1C5ABF-2ACA-D2FF-C68B-68375E231A98}"/>
              </a:ext>
            </a:extLst>
          </p:cNvPr>
          <p:cNvSpPr/>
          <p:nvPr/>
        </p:nvSpPr>
        <p:spPr>
          <a:xfrm>
            <a:off x="5537946" y="5583723"/>
            <a:ext cx="1116107" cy="110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3A690520-A54D-9099-9E24-D057C6363687}"/>
              </a:ext>
            </a:extLst>
          </p:cNvPr>
          <p:cNvSpPr/>
          <p:nvPr/>
        </p:nvSpPr>
        <p:spPr>
          <a:xfrm>
            <a:off x="4461284" y="3720861"/>
            <a:ext cx="3079377" cy="108921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BED6E5-ACDF-99F7-A574-8486BE0CEA4B}"/>
              </a:ext>
            </a:extLst>
          </p:cNvPr>
          <p:cNvCxnSpPr>
            <a:cxnSpLocks/>
          </p:cNvCxnSpPr>
          <p:nvPr/>
        </p:nvCxnSpPr>
        <p:spPr>
          <a:xfrm>
            <a:off x="4640131" y="5867601"/>
            <a:ext cx="1012563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7B9CF4-BFD0-3C0D-4B2C-BA0172ED5C36}"/>
              </a:ext>
            </a:extLst>
          </p:cNvPr>
          <p:cNvCxnSpPr>
            <a:cxnSpLocks/>
          </p:cNvCxnSpPr>
          <p:nvPr/>
        </p:nvCxnSpPr>
        <p:spPr>
          <a:xfrm>
            <a:off x="6669185" y="5915420"/>
            <a:ext cx="871476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5C6211-E4F4-18F4-CAB6-ED3BCAD0C0CC}"/>
              </a:ext>
            </a:extLst>
          </p:cNvPr>
          <p:cNvCxnSpPr>
            <a:cxnSpLocks/>
          </p:cNvCxnSpPr>
          <p:nvPr/>
        </p:nvCxnSpPr>
        <p:spPr>
          <a:xfrm flipH="1">
            <a:off x="4640131" y="6439854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B9ECE0-F8EA-295F-35BC-3F0E8630584C}"/>
              </a:ext>
            </a:extLst>
          </p:cNvPr>
          <p:cNvCxnSpPr>
            <a:cxnSpLocks/>
          </p:cNvCxnSpPr>
          <p:nvPr/>
        </p:nvCxnSpPr>
        <p:spPr>
          <a:xfrm flipH="1">
            <a:off x="6516893" y="6439854"/>
            <a:ext cx="1023768" cy="0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19AA79-856C-BA72-DB42-11AC0DC8F324}"/>
              </a:ext>
            </a:extLst>
          </p:cNvPr>
          <p:cNvCxnSpPr>
            <a:cxnSpLocks/>
          </p:cNvCxnSpPr>
          <p:nvPr/>
        </p:nvCxnSpPr>
        <p:spPr>
          <a:xfrm flipV="1">
            <a:off x="4899209" y="3203594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2AC88F-4D53-DC34-8202-5C3E15DDE923}"/>
              </a:ext>
            </a:extLst>
          </p:cNvPr>
          <p:cNvCxnSpPr>
            <a:cxnSpLocks/>
          </p:cNvCxnSpPr>
          <p:nvPr/>
        </p:nvCxnSpPr>
        <p:spPr>
          <a:xfrm>
            <a:off x="5304414" y="3203594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081F89-96DF-3D04-3BCB-88CEA7BAF40F}"/>
              </a:ext>
            </a:extLst>
          </p:cNvPr>
          <p:cNvCxnSpPr>
            <a:cxnSpLocks/>
          </p:cNvCxnSpPr>
          <p:nvPr/>
        </p:nvCxnSpPr>
        <p:spPr>
          <a:xfrm flipV="1">
            <a:off x="5723962" y="2869667"/>
            <a:ext cx="0" cy="900501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B31DE4-EE19-9217-B6FF-4F18FD8902C6}"/>
              </a:ext>
            </a:extLst>
          </p:cNvPr>
          <p:cNvCxnSpPr>
            <a:cxnSpLocks/>
          </p:cNvCxnSpPr>
          <p:nvPr/>
        </p:nvCxnSpPr>
        <p:spPr>
          <a:xfrm>
            <a:off x="6129167" y="2869667"/>
            <a:ext cx="0" cy="900501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6616B9-FE81-EE2C-1D77-AD2CF0134BCB}"/>
              </a:ext>
            </a:extLst>
          </p:cNvPr>
          <p:cNvCxnSpPr>
            <a:cxnSpLocks/>
          </p:cNvCxnSpPr>
          <p:nvPr/>
        </p:nvCxnSpPr>
        <p:spPr>
          <a:xfrm flipV="1">
            <a:off x="6557680" y="3203594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2C2613-49C5-6877-C6ED-7C715701E6E8}"/>
              </a:ext>
            </a:extLst>
          </p:cNvPr>
          <p:cNvCxnSpPr>
            <a:cxnSpLocks/>
          </p:cNvCxnSpPr>
          <p:nvPr/>
        </p:nvCxnSpPr>
        <p:spPr>
          <a:xfrm>
            <a:off x="6962885" y="3203594"/>
            <a:ext cx="0" cy="56657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FCACF21-5D2A-E770-97AC-9F10C1C8B3FF}"/>
              </a:ext>
            </a:extLst>
          </p:cNvPr>
          <p:cNvCxnSpPr>
            <a:cxnSpLocks/>
          </p:cNvCxnSpPr>
          <p:nvPr/>
        </p:nvCxnSpPr>
        <p:spPr>
          <a:xfrm flipV="1">
            <a:off x="5875575" y="4669929"/>
            <a:ext cx="0" cy="913794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9E26D5-D9A1-2D2F-AF43-D3E708E24048}"/>
              </a:ext>
            </a:extLst>
          </p:cNvPr>
          <p:cNvCxnSpPr>
            <a:cxnSpLocks/>
          </p:cNvCxnSpPr>
          <p:nvPr/>
        </p:nvCxnSpPr>
        <p:spPr>
          <a:xfrm>
            <a:off x="6280780" y="4810072"/>
            <a:ext cx="0" cy="773651"/>
          </a:xfrm>
          <a:prstGeom prst="straightConnector1">
            <a:avLst/>
          </a:prstGeom>
          <a:ln w="25400" cap="flat">
            <a:solidFill>
              <a:schemeClr val="tx1"/>
            </a:solidFill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04F07E-3B09-276D-BDC7-649380F6EEF2}"/>
              </a:ext>
            </a:extLst>
          </p:cNvPr>
          <p:cNvGrpSpPr/>
          <p:nvPr/>
        </p:nvGrpSpPr>
        <p:grpSpPr>
          <a:xfrm>
            <a:off x="4532107" y="1711803"/>
            <a:ext cx="2968886" cy="1160841"/>
            <a:chOff x="8138500" y="1242050"/>
            <a:chExt cx="3079377" cy="1606479"/>
          </a:xfrm>
        </p:grpSpPr>
        <p:sp>
          <p:nvSpPr>
            <p:cNvPr id="42" name="Trapezoid 41">
              <a:extLst>
                <a:ext uri="{FF2B5EF4-FFF2-40B4-BE49-F238E27FC236}">
                  <a16:creationId xmlns:a16="http://schemas.microsoft.com/office/drawing/2014/main" id="{B62E7C18-09C9-1ACB-2147-C2C5011AA195}"/>
                </a:ext>
              </a:extLst>
            </p:cNvPr>
            <p:cNvSpPr/>
            <p:nvPr/>
          </p:nvSpPr>
          <p:spPr>
            <a:xfrm>
              <a:off x="8138500" y="1759317"/>
              <a:ext cx="3079377" cy="108921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25F548D-AF54-8C70-F95F-F53289B50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6425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4191DAE-14DF-BB6F-C912-8C0534C94E2A}"/>
                </a:ext>
              </a:extLst>
            </p:cNvPr>
            <p:cNvCxnSpPr>
              <a:cxnSpLocks/>
            </p:cNvCxnSpPr>
            <p:nvPr/>
          </p:nvCxnSpPr>
          <p:spPr>
            <a:xfrm>
              <a:off x="8981630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2D256F5-533D-7BD7-8F25-DBF33092A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1178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522C49D-A6B7-CC43-2882-C7B84096EE44}"/>
                </a:ext>
              </a:extLst>
            </p:cNvPr>
            <p:cNvCxnSpPr>
              <a:cxnSpLocks/>
            </p:cNvCxnSpPr>
            <p:nvPr/>
          </p:nvCxnSpPr>
          <p:spPr>
            <a:xfrm>
              <a:off x="9806383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DC951B0-CBB2-7F16-9C94-0DD18814E3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4896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8835B69-42BA-FEFF-3B62-A3BBA251C73D}"/>
                </a:ext>
              </a:extLst>
            </p:cNvPr>
            <p:cNvCxnSpPr>
              <a:cxnSpLocks/>
            </p:cNvCxnSpPr>
            <p:nvPr/>
          </p:nvCxnSpPr>
          <p:spPr>
            <a:xfrm>
              <a:off x="10640101" y="1242050"/>
              <a:ext cx="0" cy="566574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headEnd type="none" w="lg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Double Brace 51">
            <a:extLst>
              <a:ext uri="{FF2B5EF4-FFF2-40B4-BE49-F238E27FC236}">
                <a16:creationId xmlns:a16="http://schemas.microsoft.com/office/drawing/2014/main" id="{047448C8-FE96-E1E5-F217-A932E49CCC6B}"/>
              </a:ext>
            </a:extLst>
          </p:cNvPr>
          <p:cNvSpPr/>
          <p:nvPr/>
        </p:nvSpPr>
        <p:spPr>
          <a:xfrm>
            <a:off x="3859992" y="1711779"/>
            <a:ext cx="4372191" cy="3401267"/>
          </a:xfrm>
          <a:prstGeom prst="brace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82E21B-DFD0-CE41-DD82-7682A7CB0391}"/>
              </a:ext>
            </a:extLst>
          </p:cNvPr>
          <p:cNvSpPr txBox="1"/>
          <p:nvPr/>
        </p:nvSpPr>
        <p:spPr>
          <a:xfrm>
            <a:off x="8904298" y="2655965"/>
            <a:ext cx="8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Bradley Hand" pitchFamily="2" charset="77"/>
                <a:cs typeface="Calibri" panose="020F0502020204030204" pitchFamily="34" charset="0"/>
              </a:rPr>
              <a:t>U</a:t>
            </a:r>
            <a:endParaRPr lang="en-US" sz="72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0EADC6-1159-188A-302A-627BA531C9AD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7840739" y="2634410"/>
            <a:ext cx="1063559" cy="621720"/>
          </a:xfrm>
          <a:prstGeom prst="straightConnector1">
            <a:avLst/>
          </a:prstGeom>
          <a:ln w="25400" cap="flat" cmpd="thickThin">
            <a:solidFill>
              <a:schemeClr val="tx1"/>
            </a:solidFill>
            <a:prstDash val="dash"/>
            <a:headEnd type="none" w="lg" len="sm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8EAE285-D1C6-A678-31D5-0A2F2FE1A234}"/>
                  </a:ext>
                </a:extLst>
              </p:cNvPr>
              <p:cNvSpPr txBox="1"/>
              <p:nvPr/>
            </p:nvSpPr>
            <p:spPr>
              <a:xfrm rot="19683513">
                <a:off x="-457062" y="3008457"/>
                <a:ext cx="4933358" cy="757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ST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AT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≥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Env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b="0" i="0" smtClean="0">
                          <a:latin typeface="KG Ten Thousand Reasons" panose="02000000000000000000" pitchFamily="2" charset="77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KG Ten Thousand Reasons" panose="02000000000000000000" pitchFamily="2" charset="77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KG Ten Thousand Reasons" panose="02000000000000000000" pitchFamily="2" charset="77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8EAE285-D1C6-A678-31D5-0A2F2FE1A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83513">
                <a:off x="-457062" y="3008457"/>
                <a:ext cx="4933358" cy="757836"/>
              </a:xfrm>
              <a:prstGeom prst="rect">
                <a:avLst/>
              </a:prstGeom>
              <a:blipFill>
                <a:blip r:embed="rId2"/>
                <a:stretch>
                  <a:fillRect r="-4696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87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E643E2-9FA5-9381-6562-E22F85231D94}"/>
              </a:ext>
            </a:extLst>
          </p:cNvPr>
          <p:cNvSpPr txBox="1"/>
          <p:nvPr/>
        </p:nvSpPr>
        <p:spPr>
          <a:xfrm>
            <a:off x="242045" y="1100888"/>
            <a:ext cx="106097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Christmas Chalk" panose="02000500000000000000" pitchFamily="2" charset="0"/>
              </a:rPr>
              <a:t>Is there any problem with the proof that we presented?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D70E6-38A2-6C23-C307-9A1433E35441}"/>
              </a:ext>
            </a:extLst>
          </p:cNvPr>
          <p:cNvSpPr txBox="1"/>
          <p:nvPr/>
        </p:nvSpPr>
        <p:spPr>
          <a:xfrm>
            <a:off x="623770" y="3429000"/>
            <a:ext cx="3393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We are assuming that: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47C58-E03D-E9CC-725E-5FD06E30C7A7}"/>
                  </a:ext>
                </a:extLst>
              </p:cNvPr>
              <p:cNvSpPr txBox="1"/>
              <p:nvPr/>
            </p:nvSpPr>
            <p:spPr>
              <a:xfrm>
                <a:off x="4017648" y="3290433"/>
                <a:ext cx="1455398" cy="803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4800" b="0" i="0" smtClean="0">
                              <a:latin typeface="Chalk Board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4800" b="0" i="0" smtClean="0">
                              <a:latin typeface="Chalk Board" panose="02000500000000000000" pitchFamily="2" charset="0"/>
                            </a:rPr>
                            <m:t>N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4800" b="0" i="0" smtClean="0">
                          <a:latin typeface="Chalk Board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sz="4800" b="0" i="0" smtClean="0">
                          <a:latin typeface="Chalk Board" panose="02000500000000000000" pitchFamily="2" charset="0"/>
                        </a:rPr>
                        <m:t>Z</m:t>
                      </m:r>
                    </m:oMath>
                  </m:oMathPara>
                </a14:m>
                <a:endParaRPr lang="en-US" sz="4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47C58-E03D-E9CC-725E-5FD06E30C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648" y="3290433"/>
                <a:ext cx="1455398" cy="803361"/>
              </a:xfrm>
              <a:prstGeom prst="rect">
                <a:avLst/>
              </a:prstGeom>
              <a:blipFill>
                <a:blip r:embed="rId2"/>
                <a:stretch>
                  <a:fillRect l="-8621" r="-9483" b="-23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86FDF9-CB0C-022D-A0BB-FA69C68D8EE8}"/>
              </a:ext>
            </a:extLst>
          </p:cNvPr>
          <p:cNvSpPr txBox="1"/>
          <p:nvPr/>
        </p:nvSpPr>
        <p:spPr>
          <a:xfrm>
            <a:off x="5681863" y="3368947"/>
            <a:ext cx="2523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 Board" panose="02000500000000000000" pitchFamily="2" charset="0"/>
              </a:rPr>
              <a:t>is an environment</a:t>
            </a:r>
          </a:p>
        </p:txBody>
      </p:sp>
    </p:spTree>
    <p:extLst>
      <p:ext uri="{BB962C8B-B14F-4D97-AF65-F5344CB8AC3E}">
        <p14:creationId xmlns:p14="http://schemas.microsoft.com/office/powerpoint/2010/main" val="3826595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3DA14-5255-5A85-14CB-ACCE29200D22}"/>
              </a:ext>
            </a:extLst>
          </p:cNvPr>
          <p:cNvSpPr txBox="1"/>
          <p:nvPr/>
        </p:nvSpPr>
        <p:spPr>
          <a:xfrm>
            <a:off x="206188" y="1102658"/>
            <a:ext cx="117796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hristmas Chalk" panose="02000500000000000000" pitchFamily="2" charset="0"/>
                <a:ea typeface="Ayuthaya" pitchFamily="2" charset="-34"/>
                <a:cs typeface="Ayuthaya" pitchFamily="2" charset="-34"/>
              </a:rPr>
              <a:t>We let </a:t>
            </a:r>
            <a:r>
              <a:rPr lang="en-US" sz="3200" b="1" dirty="0">
                <a:solidFill>
                  <a:srgbClr val="FF0000"/>
                </a:solidFill>
                <a:latin typeface="Christmas Chalk" panose="02000500000000000000" pitchFamily="2" charset="0"/>
                <a:ea typeface="Ayuthaya" pitchFamily="2" charset="-34"/>
                <a:cs typeface="Ayuthaya" pitchFamily="2" charset="-34"/>
              </a:rPr>
              <a:t>Pro</a:t>
            </a:r>
            <a:r>
              <a:rPr lang="en-US" sz="3200" dirty="0">
                <a:latin typeface="Christmas Chalk" panose="02000500000000000000" pitchFamily="2" charset="0"/>
                <a:ea typeface="Ayuthaya" pitchFamily="2" charset="-34"/>
                <a:cs typeface="Ayuthaya" pitchFamily="2" charset="-34"/>
              </a:rPr>
              <a:t> be the set of simple and composed protocols in which all simple parties follow the rules for clocked entities and are recursive in polytime.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2B610E-A7F6-D49F-63B0-3828F6AC5D8F}"/>
                  </a:ext>
                </a:extLst>
              </p:cNvPr>
              <p:cNvSpPr txBox="1"/>
              <p:nvPr/>
            </p:nvSpPr>
            <p:spPr>
              <a:xfrm>
                <a:off x="567184" y="3384484"/>
                <a:ext cx="1874937" cy="6585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2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 smtClean="0">
                              <a:latin typeface="Christmas Chalk" panose="02000500000000000000" pitchFamily="2" charset="0"/>
                            </a:rPr>
                            <m:t>F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200" b="0" i="0" smtClean="0">
                          <a:latin typeface="Christmas Chalk" panose="02000500000000000000" pitchFamily="2" charset="0"/>
                        </a:rPr>
                        <m:t>∈ </m:t>
                      </m:r>
                      <m:r>
                        <m:rPr>
                          <m:nor/>
                        </m:rPr>
                        <a:rPr lang="en-US" sz="3200" b="0" i="0" smtClean="0">
                          <a:latin typeface="Christmas Chalk" panose="02000500000000000000" pitchFamily="2" charset="0"/>
                        </a:rPr>
                        <m:t>Pro</m:t>
                      </m:r>
                    </m:oMath>
                  </m:oMathPara>
                </a14:m>
                <a:endParaRPr lang="en-US" sz="3200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2B610E-A7F6-D49F-63B0-3828F6AC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4" y="3384484"/>
                <a:ext cx="1874937" cy="658514"/>
              </a:xfrm>
              <a:prstGeom prst="rect">
                <a:avLst/>
              </a:prstGeom>
              <a:blipFill>
                <a:blip r:embed="rId2"/>
                <a:stretch>
                  <a:fillRect l="-671" t="-24528" r="-6711" b="-30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DC310F-500A-8CBA-0FB9-F08777EA0464}"/>
                  </a:ext>
                </a:extLst>
              </p:cNvPr>
              <p:cNvSpPr txBox="1"/>
              <p:nvPr/>
            </p:nvSpPr>
            <p:spPr>
              <a:xfrm>
                <a:off x="1045592" y="4066589"/>
                <a:ext cx="1648335" cy="569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∈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Pro</m:t>
                      </m:r>
                    </m:oMath>
                  </m:oMathPara>
                </a14:m>
                <a:endParaRPr lang="en-US" sz="2800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DC310F-500A-8CBA-0FB9-F08777EA0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592" y="4066589"/>
                <a:ext cx="1648335" cy="569451"/>
              </a:xfrm>
              <a:prstGeom prst="rect">
                <a:avLst/>
              </a:prstGeom>
              <a:blipFill>
                <a:blip r:embed="rId3"/>
                <a:stretch>
                  <a:fillRect l="-763" t="-26087" r="-6107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60AEE-B4AD-396B-D307-DFB6AD454F52}"/>
                  </a:ext>
                </a:extLst>
              </p:cNvPr>
              <p:cNvSpPr txBox="1"/>
              <p:nvPr/>
            </p:nvSpPr>
            <p:spPr>
              <a:xfrm>
                <a:off x="9428055" y="4689151"/>
                <a:ext cx="2403800" cy="576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F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 ⋄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 ∈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Pro</m:t>
                      </m:r>
                    </m:oMath>
                  </m:oMathPara>
                </a14:m>
                <a:endParaRPr lang="en-US" sz="2800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60AEE-B4AD-396B-D307-DFB6AD45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055" y="4689151"/>
                <a:ext cx="2403800" cy="576120"/>
              </a:xfrm>
              <a:prstGeom prst="rect">
                <a:avLst/>
              </a:prstGeom>
              <a:blipFill>
                <a:blip r:embed="rId4"/>
                <a:stretch>
                  <a:fillRect l="-526" t="-23913" r="-4737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41DCBC-2A07-A722-D1EF-5CE4A6B2343E}"/>
                  </a:ext>
                </a:extLst>
              </p:cNvPr>
              <p:cNvSpPr txBox="1"/>
              <p:nvPr/>
            </p:nvSpPr>
            <p:spPr>
              <a:xfrm>
                <a:off x="9876513" y="3955922"/>
                <a:ext cx="1955342" cy="546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F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hristmas Chalk" panose="02000500000000000000" pitchFamily="2" charset="0"/>
                        </a:rPr>
                        <m:t> ⋄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hristmas Chalk" panose="02000500000000000000" pitchFamily="2" charset="0"/>
                            </a:rPr>
                            <m:t>R</m:t>
                          </m:r>
                        </m:sub>
                      </m:sSub>
                      <m:r>
                        <a:rPr lang="en-US" sz="2800" b="0" i="1" smtClean="0">
                          <a:latin typeface="Christmas Chalk" panose="02000500000000000000" pitchFamily="2" charset="0"/>
                        </a:rPr>
                        <m:t>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hristmas Chalk" panose="02000500000000000000" pitchFamily="2" charset="0"/>
                        </a:rPr>
                        <m:t>⊥</m:t>
                      </m:r>
                    </m:oMath>
                  </m:oMathPara>
                </a14:m>
                <a:endParaRPr lang="en-US" sz="4800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41DCBC-2A07-A722-D1EF-5CE4A6B23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513" y="3955922"/>
                <a:ext cx="1955342" cy="546688"/>
              </a:xfrm>
              <a:prstGeom prst="rect">
                <a:avLst/>
              </a:prstGeom>
              <a:blipFill>
                <a:blip r:embed="rId5"/>
                <a:stretch>
                  <a:fillRect l="-645" t="-29545" r="-258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4ED067-780C-DDC5-6265-0EA948FB6314}"/>
              </a:ext>
            </a:extLst>
          </p:cNvPr>
          <p:cNvSpPr txBox="1"/>
          <p:nvPr/>
        </p:nvSpPr>
        <p:spPr>
          <a:xfrm>
            <a:off x="206188" y="3429000"/>
            <a:ext cx="360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halk Board" panose="02000500000000000000" pitchFamily="2" charset="0"/>
              </a:rPr>
              <a:t>If</a:t>
            </a:r>
            <a:endParaRPr lang="en-US" sz="7200" dirty="0">
              <a:latin typeface="Chalk Board" panose="02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B6C2-EB63-3E54-D7BE-EFC88604AFB1}"/>
              </a:ext>
            </a:extLst>
          </p:cNvPr>
          <p:cNvSpPr txBox="1"/>
          <p:nvPr/>
        </p:nvSpPr>
        <p:spPr>
          <a:xfrm>
            <a:off x="2408802" y="3408593"/>
            <a:ext cx="9783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hristmas Chalk" panose="02000500000000000000" pitchFamily="2" charset="0"/>
              </a:rPr>
              <a:t>is a protocol with the name F and resource name 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7BDB4-9D6E-624D-8771-1D9052825504}"/>
              </a:ext>
            </a:extLst>
          </p:cNvPr>
          <p:cNvSpPr txBox="1"/>
          <p:nvPr/>
        </p:nvSpPr>
        <p:spPr>
          <a:xfrm>
            <a:off x="206188" y="4091794"/>
            <a:ext cx="1024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halk Board" panose="02000500000000000000" pitchFamily="2" charset="0"/>
              </a:rPr>
              <a:t>And  </a:t>
            </a:r>
            <a:endParaRPr lang="en-US" sz="7200" dirty="0">
              <a:latin typeface="Chalk Board" panose="02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75496-0993-3A09-C6F7-326A839C202E}"/>
              </a:ext>
            </a:extLst>
          </p:cNvPr>
          <p:cNvSpPr txBox="1"/>
          <p:nvPr/>
        </p:nvSpPr>
        <p:spPr>
          <a:xfrm>
            <a:off x="2693927" y="4028782"/>
            <a:ext cx="739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hristmas Chalk" panose="02000500000000000000" pitchFamily="2" charset="0"/>
              </a:rPr>
              <a:t>Is a protocol with protocol name R and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98881-9D09-C419-5718-86A5B0146096}"/>
              </a:ext>
            </a:extLst>
          </p:cNvPr>
          <p:cNvSpPr txBox="1"/>
          <p:nvPr/>
        </p:nvSpPr>
        <p:spPr>
          <a:xfrm>
            <a:off x="7898102" y="4756089"/>
            <a:ext cx="1529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Christmas Chalk" panose="02000500000000000000" pitchFamily="2" charset="0"/>
              </a:rPr>
              <a:t>Then:</a:t>
            </a:r>
          </a:p>
        </p:txBody>
      </p:sp>
    </p:spTree>
    <p:extLst>
      <p:ext uri="{BB962C8B-B14F-4D97-AF65-F5344CB8AC3E}">
        <p14:creationId xmlns:p14="http://schemas.microsoft.com/office/powerpoint/2010/main" val="304462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B49DB2-7CED-8500-8446-87BA455F3E41}"/>
              </a:ext>
            </a:extLst>
          </p:cNvPr>
          <p:cNvSpPr txBox="1"/>
          <p:nvPr/>
        </p:nvSpPr>
        <p:spPr>
          <a:xfrm>
            <a:off x="419664" y="5800313"/>
            <a:ext cx="1074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and T has two open special ports that connect it to the ideal functionality ports of S and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78B17C-E193-4040-9175-E6B1A5E81FA5}"/>
                  </a:ext>
                </a:extLst>
              </p:cNvPr>
              <p:cNvSpPr txBox="1"/>
              <p:nvPr/>
            </p:nvSpPr>
            <p:spPr>
              <a:xfrm>
                <a:off x="419664" y="5382153"/>
                <a:ext cx="1132914" cy="37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 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Sim</m:t>
                      </m:r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78B17C-E193-4040-9175-E6B1A5E81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4" y="5382153"/>
                <a:ext cx="1132914" cy="379848"/>
              </a:xfrm>
              <a:prstGeom prst="rect">
                <a:avLst/>
              </a:prstGeom>
              <a:blipFill>
                <a:blip r:embed="rId2"/>
                <a:stretch>
                  <a:fillRect t="-19355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657DED-1466-B61F-E5D3-67CC882148D3}"/>
                  </a:ext>
                </a:extLst>
              </p:cNvPr>
              <p:cNvSpPr txBox="1"/>
              <p:nvPr/>
            </p:nvSpPr>
            <p:spPr>
              <a:xfrm>
                <a:off x="1989866" y="5371637"/>
                <a:ext cx="1132914" cy="37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0" dirty="0">
                    <a:latin typeface="Christmas Chalk" panose="02000500000000000000" pitchFamily="2" charset="0"/>
                  </a:rPr>
                  <a:t>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hristmas Chalk" panose="02000500000000000000" pitchFamily="2" charset="0"/>
                      </a:rPr>
                      <m:t>∈ </m:t>
                    </m:r>
                    <m:r>
                      <m:rPr>
                        <m:nor/>
                      </m:rPr>
                      <a:rPr lang="en-US" b="0" i="0" smtClean="0">
                        <a:latin typeface="Christmas Chalk" panose="02000500000000000000" pitchFamily="2" charset="0"/>
                      </a:rPr>
                      <m:t>Sim</m:t>
                    </m:r>
                  </m:oMath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657DED-1466-B61F-E5D3-67CC88214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866" y="5371637"/>
                <a:ext cx="1132914" cy="379848"/>
              </a:xfrm>
              <a:prstGeom prst="rect">
                <a:avLst/>
              </a:prstGeom>
              <a:blipFill>
                <a:blip r:embed="rId3"/>
                <a:stretch>
                  <a:fillRect l="-4444" t="-19355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78C825-7506-2416-6940-2973954BAD9F}"/>
                  </a:ext>
                </a:extLst>
              </p:cNvPr>
              <p:cNvSpPr txBox="1"/>
              <p:nvPr/>
            </p:nvSpPr>
            <p:spPr>
              <a:xfrm>
                <a:off x="10912143" y="5841221"/>
                <a:ext cx="743793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≠⊥</m:t>
                      </m:r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78C825-7506-2416-6940-2973954BA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2143" y="5841221"/>
                <a:ext cx="743793" cy="287515"/>
              </a:xfrm>
              <a:prstGeom prst="rect">
                <a:avLst/>
              </a:prstGeom>
              <a:blipFill>
                <a:blip r:embed="rId4"/>
                <a:stretch>
                  <a:fillRect l="-10169" t="-16667" r="-50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02F23C-6FCF-AB69-F6AD-715915EA76E5}"/>
                  </a:ext>
                </a:extLst>
              </p:cNvPr>
              <p:cNvSpPr txBox="1"/>
              <p:nvPr/>
            </p:nvSpPr>
            <p:spPr>
              <a:xfrm>
                <a:off x="10478065" y="6419434"/>
                <a:ext cx="1115690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 ∈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hristmas Chalk" panose="02000500000000000000" pitchFamily="2" charset="0"/>
                        </a:rPr>
                        <m:t>Sim</m:t>
                      </m:r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02F23C-6FCF-AB69-F6AD-715915EA7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065" y="6419434"/>
                <a:ext cx="1115690" cy="287515"/>
              </a:xfrm>
              <a:prstGeom prst="rect">
                <a:avLst/>
              </a:prstGeom>
              <a:blipFill>
                <a:blip r:embed="rId5"/>
                <a:stretch>
                  <a:fillRect l="-6818" t="-43478" r="-6818" b="-5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1C4FD4E-F671-9DCA-1AB4-F3BC7B64A0A4}"/>
              </a:ext>
            </a:extLst>
          </p:cNvPr>
          <p:cNvSpPr txBox="1"/>
          <p:nvPr/>
        </p:nvSpPr>
        <p:spPr>
          <a:xfrm>
            <a:off x="105489" y="538215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If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17B9F-FF2F-8A18-774F-081C863C535A}"/>
              </a:ext>
            </a:extLst>
          </p:cNvPr>
          <p:cNvSpPr txBox="1"/>
          <p:nvPr/>
        </p:nvSpPr>
        <p:spPr>
          <a:xfrm>
            <a:off x="1416002" y="5371637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B9E3C-E544-A282-936A-5AD25C720CA1}"/>
              </a:ext>
            </a:extLst>
          </p:cNvPr>
          <p:cNvSpPr txBox="1"/>
          <p:nvPr/>
        </p:nvSpPr>
        <p:spPr>
          <a:xfrm>
            <a:off x="9604006" y="6392300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then: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50467-B47B-A570-F0CA-4EA55F712B1D}"/>
              </a:ext>
            </a:extLst>
          </p:cNvPr>
          <p:cNvSpPr txBox="1"/>
          <p:nvPr/>
        </p:nvSpPr>
        <p:spPr>
          <a:xfrm>
            <a:off x="183478" y="1248069"/>
            <a:ext cx="1074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We let SIM be the set of interactive systems S that are a simulator for some protocol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B79EEF-1EE0-D6DA-AEF7-A6CBABDF868F}"/>
              </a:ext>
            </a:extLst>
          </p:cNvPr>
          <p:cNvSpPr txBox="1"/>
          <p:nvPr/>
        </p:nvSpPr>
        <p:spPr>
          <a:xfrm>
            <a:off x="372794" y="3560649"/>
            <a:ext cx="304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S is clock preserving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E650F-C8D3-EB36-5F57-347BBE9B3ADE}"/>
              </a:ext>
            </a:extLst>
          </p:cNvPr>
          <p:cNvSpPr txBox="1"/>
          <p:nvPr/>
        </p:nvSpPr>
        <p:spPr>
          <a:xfrm>
            <a:off x="372794" y="3126194"/>
            <a:ext cx="347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S is corruption preserving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24DA1-7A88-CDFA-032A-9ECFEC888816}"/>
              </a:ext>
            </a:extLst>
          </p:cNvPr>
          <p:cNvSpPr txBox="1"/>
          <p:nvPr/>
        </p:nvSpPr>
        <p:spPr>
          <a:xfrm>
            <a:off x="372793" y="2708034"/>
            <a:ext cx="893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S follows the rules for clocked entities and is recursive polytime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57DEA-3A43-0524-4504-ECFB765AAFA6}"/>
              </a:ext>
            </a:extLst>
          </p:cNvPr>
          <p:cNvSpPr txBox="1"/>
          <p:nvPr/>
        </p:nvSpPr>
        <p:spPr>
          <a:xfrm>
            <a:off x="372793" y="1848152"/>
            <a:ext cx="3041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There exists a protocol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282FC-84CE-8EB4-0F45-C5037AAF8765}"/>
                  </a:ext>
                </a:extLst>
              </p:cNvPr>
              <p:cNvSpPr txBox="1"/>
              <p:nvPr/>
            </p:nvSpPr>
            <p:spPr>
              <a:xfrm>
                <a:off x="3271050" y="1877358"/>
                <a:ext cx="4947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2282FC-84CE-8EB4-0F45-C5037AAF8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050" y="1877358"/>
                <a:ext cx="494759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681EF82-75A4-57A6-49E5-2174DC1BC0A8}"/>
              </a:ext>
            </a:extLst>
          </p:cNvPr>
          <p:cNvSpPr txBox="1"/>
          <p:nvPr/>
        </p:nvSpPr>
        <p:spPr>
          <a:xfrm>
            <a:off x="3615270" y="1874984"/>
            <a:ext cx="850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(composed or simple) with protocol name F and an ideal functionality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5E9E3B-8C80-CEF0-513F-DEEA8C6CAAED}"/>
                  </a:ext>
                </a:extLst>
              </p:cNvPr>
              <p:cNvSpPr txBox="1"/>
              <p:nvPr/>
            </p:nvSpPr>
            <p:spPr>
              <a:xfrm>
                <a:off x="11765282" y="1894318"/>
                <a:ext cx="4947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5E9E3B-8C80-CEF0-513F-DEEA8C6CA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5282" y="1894318"/>
                <a:ext cx="494759" cy="276999"/>
              </a:xfrm>
              <a:prstGeom prst="rect">
                <a:avLst/>
              </a:prstGeom>
              <a:blipFill>
                <a:blip r:embed="rId7"/>
                <a:stretch>
                  <a:fillRect t="-4545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83258B-EABD-0643-BBB6-B9123C22AD6E}"/>
                  </a:ext>
                </a:extLst>
              </p:cNvPr>
              <p:cNvSpPr txBox="1"/>
              <p:nvPr/>
            </p:nvSpPr>
            <p:spPr>
              <a:xfrm>
                <a:off x="7693958" y="2320626"/>
                <a:ext cx="75079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>
                  <a:latin typeface="Christmas Chalk" panose="02000500000000000000" pitchFamily="2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83258B-EABD-0643-BBB6-B9123C22A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958" y="2320626"/>
                <a:ext cx="750795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729B33F-4066-CC78-5397-E8F71CABC131}"/>
              </a:ext>
            </a:extLst>
          </p:cNvPr>
          <p:cNvSpPr txBox="1"/>
          <p:nvPr/>
        </p:nvSpPr>
        <p:spPr>
          <a:xfrm>
            <a:off x="8444753" y="2301291"/>
            <a:ext cx="357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have the same special ports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2A3F1-E0AF-48ED-C0AE-649723BE8BBD}"/>
              </a:ext>
            </a:extLst>
          </p:cNvPr>
          <p:cNvSpPr txBox="1"/>
          <p:nvPr/>
        </p:nvSpPr>
        <p:spPr>
          <a:xfrm>
            <a:off x="4492166" y="2292451"/>
            <a:ext cx="357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With the name F such that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5CE052B-B50B-FAF7-D1A2-CDCBA6A0D3E5}"/>
              </a:ext>
            </a:extLst>
          </p:cNvPr>
          <p:cNvSpPr/>
          <p:nvPr/>
        </p:nvSpPr>
        <p:spPr>
          <a:xfrm>
            <a:off x="183478" y="900953"/>
            <a:ext cx="12008522" cy="33886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ACFDE0D-DBF0-F781-3A2E-3428711BD196}"/>
              </a:ext>
            </a:extLst>
          </p:cNvPr>
          <p:cNvSpPr/>
          <p:nvPr/>
        </p:nvSpPr>
        <p:spPr>
          <a:xfrm>
            <a:off x="91739" y="5176133"/>
            <a:ext cx="12008522" cy="15618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124F40-0FC0-E2C4-770D-C2A14AB70E41}"/>
              </a:ext>
            </a:extLst>
          </p:cNvPr>
          <p:cNvSpPr txBox="1"/>
          <p:nvPr/>
        </p:nvSpPr>
        <p:spPr>
          <a:xfrm rot="20612624">
            <a:off x="1335731" y="383655"/>
            <a:ext cx="1408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C00000"/>
                </a:solidFill>
                <a:latin typeface="KG Ten Thousand Reasons" panose="02000000000000000000" pitchFamily="2" charset="77"/>
              </a:rPr>
              <a:t>Defn</a:t>
            </a:r>
            <a:endParaRPr lang="en-US" dirty="0">
              <a:solidFill>
                <a:srgbClr val="C00000"/>
              </a:solidFill>
              <a:latin typeface="KG Ten Thousand Reasons" panose="02000000000000000000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49044F-DF6E-A830-A7D2-A103A20C70A6}"/>
              </a:ext>
            </a:extLst>
          </p:cNvPr>
          <p:cNvSpPr txBox="1"/>
          <p:nvPr/>
        </p:nvSpPr>
        <p:spPr>
          <a:xfrm rot="20179600">
            <a:off x="4441137" y="4832132"/>
            <a:ext cx="22288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KG Ten Thousand Reasons" panose="02000000000000000000" pitchFamily="2" charset="77"/>
              </a:rPr>
              <a:t>Lemma</a:t>
            </a:r>
            <a:endParaRPr lang="en-US" dirty="0">
              <a:solidFill>
                <a:srgbClr val="C00000"/>
              </a:solidFill>
              <a:latin typeface="KG Ten Thousand Reasons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97623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1869-6A69-CD90-0357-CA630041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B40659B-92BF-22D8-2A88-CFC55FA66B40}"/>
              </a:ext>
            </a:extLst>
          </p:cNvPr>
          <p:cNvSpPr txBox="1"/>
          <p:nvPr/>
        </p:nvSpPr>
        <p:spPr>
          <a:xfrm>
            <a:off x="370895" y="1426835"/>
            <a:ext cx="822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ristmas Chalk" panose="02000500000000000000" pitchFamily="2" charset="0"/>
              </a:rPr>
              <a:t>We say that ENV is an environment class if the following hold true: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9E321-C3EA-799F-A0B6-9D7FB41DFA8D}"/>
              </a:ext>
            </a:extLst>
          </p:cNvPr>
          <p:cNvSpPr txBox="1"/>
          <p:nvPr/>
        </p:nvSpPr>
        <p:spPr>
          <a:xfrm>
            <a:off x="702958" y="2120541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Each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CEC4C-5D61-10FB-E831-88648719608F}"/>
              </a:ext>
            </a:extLst>
          </p:cNvPr>
          <p:cNvSpPr txBox="1"/>
          <p:nvPr/>
        </p:nvSpPr>
        <p:spPr>
          <a:xfrm>
            <a:off x="2396684" y="2129312"/>
            <a:ext cx="8999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has the open port structure of the environment for some simple or complex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482815-1095-08E2-F091-BB4427A5A3F7}"/>
                  </a:ext>
                </a:extLst>
              </p:cNvPr>
              <p:cNvSpPr txBox="1"/>
              <p:nvPr/>
            </p:nvSpPr>
            <p:spPr>
              <a:xfrm>
                <a:off x="1455115" y="2175478"/>
                <a:ext cx="10195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Env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482815-1095-08E2-F091-BB4427A5A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115" y="2175478"/>
                <a:ext cx="1019510" cy="430887"/>
              </a:xfrm>
              <a:prstGeom prst="rect">
                <a:avLst/>
              </a:prstGeom>
              <a:blipFill>
                <a:blip r:embed="rId2"/>
                <a:stretch>
                  <a:fillRect l="-8642" t="-25714" r="-12346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75FF864-324B-9D1E-88AB-CDB10BE9794D}"/>
              </a:ext>
            </a:extLst>
          </p:cNvPr>
          <p:cNvSpPr txBox="1"/>
          <p:nvPr/>
        </p:nvSpPr>
        <p:spPr>
          <a:xfrm>
            <a:off x="702958" y="2975450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For all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DB35F-E9DA-E544-13F4-A61DB82BCD23}"/>
                  </a:ext>
                </a:extLst>
              </p:cNvPr>
              <p:cNvSpPr txBox="1"/>
              <p:nvPr/>
            </p:nvSpPr>
            <p:spPr>
              <a:xfrm>
                <a:off x="1537594" y="2976906"/>
                <a:ext cx="9297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Env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DB35F-E9DA-E544-13F4-A61DB82BC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594" y="2976906"/>
                <a:ext cx="929742" cy="430887"/>
              </a:xfrm>
              <a:prstGeom prst="rect">
                <a:avLst/>
              </a:prstGeom>
              <a:blipFill>
                <a:blip r:embed="rId3"/>
                <a:stretch>
                  <a:fillRect l="-8000" t="-25714" r="-13333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1C64B85-1B2E-ADE9-981C-C877F5022D13}"/>
              </a:ext>
            </a:extLst>
          </p:cNvPr>
          <p:cNvSpPr txBox="1"/>
          <p:nvPr/>
        </p:nvSpPr>
        <p:spPr>
          <a:xfrm>
            <a:off x="2396685" y="2975450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and 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92B279-8350-2EA1-63AB-3BDEB0C4E703}"/>
                  </a:ext>
                </a:extLst>
              </p:cNvPr>
              <p:cNvSpPr txBox="1"/>
              <p:nvPr/>
            </p:nvSpPr>
            <p:spPr>
              <a:xfrm>
                <a:off x="3268828" y="3021616"/>
                <a:ext cx="10066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Pro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92B279-8350-2EA1-63AB-3BDEB0C4E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828" y="3021616"/>
                <a:ext cx="1006686" cy="430887"/>
              </a:xfrm>
              <a:prstGeom prst="rect">
                <a:avLst/>
              </a:prstGeom>
              <a:blipFill>
                <a:blip r:embed="rId4"/>
                <a:stretch>
                  <a:fillRect l="-7500" t="-29412" r="-13750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C48282-85B1-DF2E-A95B-988C9C93C1FF}"/>
                  </a:ext>
                </a:extLst>
              </p:cNvPr>
              <p:cNvSpPr txBox="1"/>
              <p:nvPr/>
            </p:nvSpPr>
            <p:spPr>
              <a:xfrm>
                <a:off x="5014401" y="3012189"/>
                <a:ext cx="12711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≠⊥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C48282-85B1-DF2E-A95B-988C9C93C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401" y="3012189"/>
                <a:ext cx="1271182" cy="430887"/>
              </a:xfrm>
              <a:prstGeom prst="rect">
                <a:avLst/>
              </a:prstGeom>
              <a:blipFill>
                <a:blip r:embed="rId5"/>
                <a:stretch>
                  <a:fillRect l="-7000" t="-25714" r="-11000" b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881BEC2-E1B3-E1DC-21DD-F6FA056991A6}"/>
              </a:ext>
            </a:extLst>
          </p:cNvPr>
          <p:cNvSpPr txBox="1"/>
          <p:nvPr/>
        </p:nvSpPr>
        <p:spPr>
          <a:xfrm>
            <a:off x="6136342" y="2964574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and the protocol ports 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75113-4C71-C674-A5AC-4A229E5DDD1A}"/>
              </a:ext>
            </a:extLst>
          </p:cNvPr>
          <p:cNvSpPr txBox="1"/>
          <p:nvPr/>
        </p:nvSpPr>
        <p:spPr>
          <a:xfrm>
            <a:off x="7564510" y="3407793"/>
            <a:ext cx="3950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connect to the protocol ports of  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C0A25-F914-0C0E-560D-1D6EF0F3B8D3}"/>
              </a:ext>
            </a:extLst>
          </p:cNvPr>
          <p:cNvSpPr txBox="1"/>
          <p:nvPr/>
        </p:nvSpPr>
        <p:spPr>
          <a:xfrm>
            <a:off x="7612992" y="3883399"/>
            <a:ext cx="1609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it holds that: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A9E1F2-EE79-8BC2-55AE-0E320F5A9CC5}"/>
                  </a:ext>
                </a:extLst>
              </p:cNvPr>
              <p:cNvSpPr txBox="1"/>
              <p:nvPr/>
            </p:nvSpPr>
            <p:spPr>
              <a:xfrm>
                <a:off x="9222728" y="3893113"/>
                <a:ext cx="13336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Env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A9E1F2-EE79-8BC2-55AE-0E320F5A9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2728" y="3893113"/>
                <a:ext cx="1333698" cy="430887"/>
              </a:xfrm>
              <a:prstGeom prst="rect">
                <a:avLst/>
              </a:prstGeom>
              <a:blipFill>
                <a:blip r:embed="rId6"/>
                <a:stretch>
                  <a:fillRect l="-5660" t="-25714" r="-9434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B05E8BF-5C62-C73F-F0A0-A4606175213D}"/>
              </a:ext>
            </a:extLst>
          </p:cNvPr>
          <p:cNvSpPr txBox="1"/>
          <p:nvPr/>
        </p:nvSpPr>
        <p:spPr>
          <a:xfrm>
            <a:off x="4193890" y="2966613"/>
            <a:ext cx="849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where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B1E68D-AF2B-BD97-F581-FF909379EBED}"/>
                  </a:ext>
                </a:extLst>
              </p:cNvPr>
              <p:cNvSpPr txBox="1"/>
              <p:nvPr/>
            </p:nvSpPr>
            <p:spPr>
              <a:xfrm>
                <a:off x="9019062" y="3012188"/>
                <a:ext cx="3318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B1E68D-AF2B-BD97-F581-FF909379E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62" y="3012188"/>
                <a:ext cx="331821" cy="430887"/>
              </a:xfrm>
              <a:prstGeom prst="rect">
                <a:avLst/>
              </a:prstGeom>
              <a:blipFill>
                <a:blip r:embed="rId7"/>
                <a:stretch>
                  <a:fillRect l="-22222" t="-2857" r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F79F286-31AE-6046-6E3C-8B5CDFB3DBC6}"/>
              </a:ext>
            </a:extLst>
          </p:cNvPr>
          <p:cNvSpPr txBox="1"/>
          <p:nvPr/>
        </p:nvSpPr>
        <p:spPr>
          <a:xfrm>
            <a:off x="885592" y="4672939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For all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20ADCE-3C9C-8FE7-6D85-F305297B6AF9}"/>
                  </a:ext>
                </a:extLst>
              </p:cNvPr>
              <p:cNvSpPr txBox="1"/>
              <p:nvPr/>
            </p:nvSpPr>
            <p:spPr>
              <a:xfrm>
                <a:off x="1720228" y="4674395"/>
                <a:ext cx="9297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Env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20ADCE-3C9C-8FE7-6D85-F305297B6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228" y="4674395"/>
                <a:ext cx="929742" cy="430887"/>
              </a:xfrm>
              <a:prstGeom prst="rect">
                <a:avLst/>
              </a:prstGeom>
              <a:blipFill>
                <a:blip r:embed="rId8"/>
                <a:stretch>
                  <a:fillRect l="-9459" t="-26471" r="-13514" b="-5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ADE156C-CBFE-7137-D0E2-0C2C1B7E8DE5}"/>
              </a:ext>
            </a:extLst>
          </p:cNvPr>
          <p:cNvSpPr txBox="1"/>
          <p:nvPr/>
        </p:nvSpPr>
        <p:spPr>
          <a:xfrm>
            <a:off x="2579319" y="4672939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and 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40D311-DEE8-A54A-5289-7253F737B9E2}"/>
                  </a:ext>
                </a:extLst>
              </p:cNvPr>
              <p:cNvSpPr txBox="1"/>
              <p:nvPr/>
            </p:nvSpPr>
            <p:spPr>
              <a:xfrm>
                <a:off x="3451462" y="4719105"/>
                <a:ext cx="8880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Sim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40D311-DEE8-A54A-5289-7253F737B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62" y="4719105"/>
                <a:ext cx="888064" cy="430887"/>
              </a:xfrm>
              <a:prstGeom prst="rect">
                <a:avLst/>
              </a:prstGeom>
              <a:blipFill>
                <a:blip r:embed="rId9"/>
                <a:stretch>
                  <a:fillRect l="-9859" t="-25714" r="-14085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3CA7E8-6B31-5CF4-BF9C-249B067E610D}"/>
                  </a:ext>
                </a:extLst>
              </p:cNvPr>
              <p:cNvSpPr txBox="1"/>
              <p:nvPr/>
            </p:nvSpPr>
            <p:spPr>
              <a:xfrm>
                <a:off x="5197035" y="4709678"/>
                <a:ext cx="11653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≠⊥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3CA7E8-6B31-5CF4-BF9C-249B067E6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035" y="4709678"/>
                <a:ext cx="1165383" cy="430887"/>
              </a:xfrm>
              <a:prstGeom prst="rect">
                <a:avLst/>
              </a:prstGeom>
              <a:blipFill>
                <a:blip r:embed="rId10"/>
                <a:stretch>
                  <a:fillRect l="-7527" t="-29412" r="-10753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99EF8212-3808-0B7F-1E7B-C05816BAC376}"/>
              </a:ext>
            </a:extLst>
          </p:cNvPr>
          <p:cNvSpPr txBox="1"/>
          <p:nvPr/>
        </p:nvSpPr>
        <p:spPr>
          <a:xfrm>
            <a:off x="6318976" y="4662063"/>
            <a:ext cx="3241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and the simulation ports of 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2D24A4-D9C4-7EB9-A9D8-F3EF8DE2DEC5}"/>
              </a:ext>
            </a:extLst>
          </p:cNvPr>
          <p:cNvSpPr txBox="1"/>
          <p:nvPr/>
        </p:nvSpPr>
        <p:spPr>
          <a:xfrm>
            <a:off x="7747144" y="5105282"/>
            <a:ext cx="3810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connect to the special ports of  Z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20061C-2433-0552-E461-9373E94460F3}"/>
              </a:ext>
            </a:extLst>
          </p:cNvPr>
          <p:cNvSpPr txBox="1"/>
          <p:nvPr/>
        </p:nvSpPr>
        <p:spPr>
          <a:xfrm>
            <a:off x="7795626" y="5580888"/>
            <a:ext cx="1609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it holds that: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EC7042-FB17-7A3D-B621-273D613FF028}"/>
                  </a:ext>
                </a:extLst>
              </p:cNvPr>
              <p:cNvSpPr txBox="1"/>
              <p:nvPr/>
            </p:nvSpPr>
            <p:spPr>
              <a:xfrm>
                <a:off x="9405362" y="5590602"/>
                <a:ext cx="12182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⋄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Env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halk Board" panose="02000500000000000000" pitchFamily="2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latin typeface="Chalk Board" panose="02000500000000000000" pitchFamily="2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EC7042-FB17-7A3D-B621-273D613FF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362" y="5590602"/>
                <a:ext cx="1218282" cy="430887"/>
              </a:xfrm>
              <a:prstGeom prst="rect">
                <a:avLst/>
              </a:prstGeom>
              <a:blipFill>
                <a:blip r:embed="rId11"/>
                <a:stretch>
                  <a:fillRect l="-7216" t="-25714" r="-10309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692E089-A5F4-331F-AD8F-B55D3E1372E7}"/>
              </a:ext>
            </a:extLst>
          </p:cNvPr>
          <p:cNvSpPr txBox="1"/>
          <p:nvPr/>
        </p:nvSpPr>
        <p:spPr>
          <a:xfrm>
            <a:off x="4376524" y="4664102"/>
            <a:ext cx="849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where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C01C84-85AB-1DA3-B201-87AF17B11047}"/>
              </a:ext>
            </a:extLst>
          </p:cNvPr>
          <p:cNvSpPr txBox="1"/>
          <p:nvPr/>
        </p:nvSpPr>
        <p:spPr>
          <a:xfrm>
            <a:off x="9262228" y="4684109"/>
            <a:ext cx="8976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>
                <a:latin typeface="Chalk Board" panose="02000500000000000000" pitchFamily="2" charset="0"/>
              </a:rPr>
              <a:t> 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B9CA098-8150-C784-B8E4-CFCE2E500B6C}"/>
              </a:ext>
            </a:extLst>
          </p:cNvPr>
          <p:cNvSpPr/>
          <p:nvPr/>
        </p:nvSpPr>
        <p:spPr>
          <a:xfrm>
            <a:off x="188260" y="682603"/>
            <a:ext cx="11658599" cy="58898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E120FB-765A-DD34-9481-B187C36C7B92}"/>
              </a:ext>
            </a:extLst>
          </p:cNvPr>
          <p:cNvSpPr txBox="1"/>
          <p:nvPr/>
        </p:nvSpPr>
        <p:spPr>
          <a:xfrm rot="20612624">
            <a:off x="1335731" y="383655"/>
            <a:ext cx="1408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C00000"/>
                </a:solidFill>
                <a:latin typeface="KG Ten Thousand Reasons" panose="02000000000000000000" pitchFamily="2" charset="77"/>
              </a:rPr>
              <a:t>Defn</a:t>
            </a:r>
            <a:endParaRPr lang="en-US" dirty="0">
              <a:solidFill>
                <a:srgbClr val="C00000"/>
              </a:solidFill>
              <a:latin typeface="KG Ten Thousand Reasons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6145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2786D-B580-C810-FDD4-A20FFD951FCC}"/>
              </a:ext>
            </a:extLst>
          </p:cNvPr>
          <p:cNvSpPr txBox="1"/>
          <p:nvPr/>
        </p:nvSpPr>
        <p:spPr>
          <a:xfrm>
            <a:off x="640529" y="192993"/>
            <a:ext cx="59458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Chalk Board" panose="02000500000000000000" pitchFamily="2" charset="0"/>
              </a:rPr>
              <a:t>UC Theorem (on Board)</a:t>
            </a:r>
          </a:p>
        </p:txBody>
      </p:sp>
    </p:spTree>
    <p:extLst>
      <p:ext uri="{BB962C8B-B14F-4D97-AF65-F5344CB8AC3E}">
        <p14:creationId xmlns:p14="http://schemas.microsoft.com/office/powerpoint/2010/main" val="2994731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B61F60-2EE3-4C42-CDA1-05195F9EE69D}"/>
              </a:ext>
            </a:extLst>
          </p:cNvPr>
          <p:cNvSpPr txBox="1"/>
          <p:nvPr/>
        </p:nvSpPr>
        <p:spPr>
          <a:xfrm>
            <a:off x="510989" y="1438835"/>
            <a:ext cx="79155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Adversaries and Their Powers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90CA7-0BF7-0264-8E4B-33B3D0EE739D}"/>
              </a:ext>
            </a:extLst>
          </p:cNvPr>
          <p:cNvSpPr txBox="1"/>
          <p:nvPr/>
        </p:nvSpPr>
        <p:spPr>
          <a:xfrm>
            <a:off x="2877671" y="2810435"/>
            <a:ext cx="203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Threshold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3D0BD-F1C9-61C4-BD64-585C2BEBDD42}"/>
              </a:ext>
            </a:extLst>
          </p:cNvPr>
          <p:cNvSpPr txBox="1"/>
          <p:nvPr/>
        </p:nvSpPr>
        <p:spPr>
          <a:xfrm>
            <a:off x="2877671" y="3429000"/>
            <a:ext cx="372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Adaptive Security vs. Static Security</a:t>
            </a:r>
          </a:p>
        </p:txBody>
      </p:sp>
    </p:spTree>
    <p:extLst>
      <p:ext uri="{BB962C8B-B14F-4D97-AF65-F5344CB8AC3E}">
        <p14:creationId xmlns:p14="http://schemas.microsoft.com/office/powerpoint/2010/main" val="236884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666</Words>
  <Application>Microsoft Macintosh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American Typewriter</vt:lpstr>
      <vt:lpstr>Aptos</vt:lpstr>
      <vt:lpstr>Aptos Display</vt:lpstr>
      <vt:lpstr>Arial</vt:lpstr>
      <vt:lpstr>Bradley Hand</vt:lpstr>
      <vt:lpstr>Cambria Math</vt:lpstr>
      <vt:lpstr>Chalk Board</vt:lpstr>
      <vt:lpstr>Christmas Chalk</vt:lpstr>
      <vt:lpstr>KG Ten Thousand Reasons</vt:lpstr>
      <vt:lpstr>Office Theme</vt:lpstr>
      <vt:lpstr>UC Security Model</vt:lpstr>
      <vt:lpstr>Logistics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Vadapalli</dc:creator>
  <cp:lastModifiedBy>Adithya Vadapalli</cp:lastModifiedBy>
  <cp:revision>2</cp:revision>
  <dcterms:created xsi:type="dcterms:W3CDTF">2026-03-22T03:01:54Z</dcterms:created>
  <dcterms:modified xsi:type="dcterms:W3CDTF">2026-03-23T05:22:35Z</dcterms:modified>
</cp:coreProperties>
</file>